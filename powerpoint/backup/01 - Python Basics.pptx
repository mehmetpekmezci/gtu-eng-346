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_rels/item1.xml.rels" ContentType="application/vnd.openxmlformats-package.relationships+xml"/>
  <Override PartName="/customXml/item1.xml" ContentType="application/xml"/>
  <Override PartName="/customXml/itemProps1.xml" ContentType="application/vnd.openxmlformats-officedocument.customXmlProperties+xml"/>
  <Override PartName="/ppt/presentation.xml" ContentType="application/vnd.openxmlformats-officedocument.presentationml.presentation.main+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4.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_rels/presentation.xml.rels" ContentType="application/vnd.openxmlformats-package.relationships+xml"/>
  <Override PartName="/ppt/media/image29.png" ContentType="image/png"/>
  <Override PartName="/ppt/media/image28.png" ContentType="image/png"/>
  <Override PartName="/ppt/media/image27.png" ContentType="image/png"/>
  <Override PartName="/ppt/media/image26.png" ContentType="image/png"/>
  <Override PartName="/ppt/media/image25.png" ContentType="image/png"/>
  <Override PartName="/ppt/media/image24.png" ContentType="image/png"/>
  <Override PartName="/ppt/media/image23.png" ContentType="image/png"/>
  <Override PartName="/ppt/media/image22.png" ContentType="image/png"/>
  <Override PartName="/ppt/media/image18.png" ContentType="image/png"/>
  <Override PartName="/ppt/media/image9.png" ContentType="image/png"/>
  <Override PartName="/ppt/media/image20.png" ContentType="image/png"/>
  <Override PartName="/ppt/media/image12.png" ContentType="image/png"/>
  <Override PartName="/ppt/media/image35.png" ContentType="image/png"/>
  <Override PartName="/ppt/media/image3.png" ContentType="image/png"/>
  <Override PartName="/ppt/media/image13.png" ContentType="image/png"/>
  <Override PartName="/ppt/media/image36.png" ContentType="image/png"/>
  <Override PartName="/ppt/media/image4.png" ContentType="image/png"/>
  <Override PartName="/ppt/media/image30.png" ContentType="image/png"/>
  <Override PartName="/ppt/media/image31.png" ContentType="image/png"/>
  <Override PartName="/ppt/media/image32.png" ContentType="image/png"/>
  <Override PartName="/ppt/media/image37.wmf" ContentType="image/x-wmf"/>
  <Override PartName="/ppt/media/image8.png" ContentType="image/png"/>
  <Override PartName="/ppt/media/image17.png" ContentType="image/png"/>
  <Override PartName="/ppt/media/image11.png" ContentType="image/png"/>
  <Override PartName="/ppt/media/image2.png" ContentType="image/png"/>
  <Override PartName="/ppt/media/image34.png" ContentType="image/png"/>
  <Override PartName="/ppt/media/image7.png" ContentType="image/png"/>
  <Override PartName="/ppt/media/image16.png" ContentType="image/png"/>
  <Override PartName="/ppt/media/image10.png" ContentType="image/png"/>
  <Override PartName="/ppt/media/image1.png" ContentType="image/png"/>
  <Override PartName="/ppt/media/image33.png" ContentType="image/png"/>
  <Override PartName="/ppt/media/image6.png" ContentType="image/png"/>
  <Override PartName="/ppt/media/image15.png" ContentType="image/png"/>
  <Override PartName="/ppt/media/image5.png" ContentType="image/png"/>
  <Override PartName="/ppt/media/image14.png" ContentType="image/png"/>
  <Override PartName="/ppt/media/image19.png" ContentType="image/png"/>
  <Override PartName="/ppt/media/image21.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Layouts/_rels/slideLayout7.xml.rels" ContentType="application/vnd.openxmlformats-package.relationships+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s/_rels/slide27.xml.rels" ContentType="application/vnd.openxmlformats-package.relationships+xml"/>
  <Override PartName="/ppt/slides/_rels/slide11.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5.xml.rels" ContentType="application/vnd.openxmlformats-package.relationships+xml"/>
  <Override PartName="/ppt/slides/_rels/slide22.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8.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1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slide29.xml" ContentType="application/vnd.openxmlformats-officedocument.presentationml.slide+xml"/>
  <Override PartName="/ppt/slides/slide28.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24.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slides/slide25.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Slides/_rels/notesSlide28.xml.rels" ContentType="application/vnd.openxmlformats-package.relationships+xml"/>
  <Override PartName="/ppt/notesSlides/_rels/notesSlide11.xml.rels" ContentType="application/vnd.openxmlformats-package.relationships+xml"/>
  <Override PartName="/ppt/notesSlides/_rels/notesSlide31.xml.rels" ContentType="application/vnd.openxmlformats-package.relationships+xml"/>
  <Override PartName="/ppt/notesSlides/_rels/notesSlide29.xml.rels" ContentType="application/vnd.openxmlformats-package.relationships+xml"/>
  <Override PartName="/ppt/notesSlides/_rels/notesSlide10.xml.rels" ContentType="application/vnd.openxmlformats-package.relationships+xml"/>
  <Override PartName="/ppt/notesSlides/_rels/notesSlide1.xml.rels" ContentType="application/vnd.openxmlformats-package.relationships+xml"/>
  <Override PartName="/ppt/notesSlides/_rels/notesSlide3.xml.rels" ContentType="application/vnd.openxmlformats-package.relationships+xml"/>
  <Override PartName="/ppt/notesSlides/_rels/notesSlide12.xml.rels" ContentType="application/vnd.openxmlformats-package.relationships+xml"/>
  <Override PartName="/ppt/notesSlides/_rels/notesSlide14.xml.rels" ContentType="application/vnd.openxmlformats-package.relationships+xml"/>
  <Override PartName="/ppt/notesSlides/_rels/notesSlide5.xml.rels" ContentType="application/vnd.openxmlformats-package.relationships+xml"/>
  <Override PartName="/ppt/notesSlides/_rels/notesSlide20.xml.rels" ContentType="application/vnd.openxmlformats-package.relationships+xml"/>
  <Override PartName="/ppt/notesSlides/_rels/notesSlide27.xml.rels" ContentType="application/vnd.openxmlformats-package.relationships+xml"/>
  <Override PartName="/ppt/notesSlides/_rels/notesSlide30.xml.rels" ContentType="application/vnd.openxmlformats-package.relationships+xml"/>
  <Override PartName="/ppt/notesSlides/_rels/notesSlide4.xml.rels" ContentType="application/vnd.openxmlformats-package.relationships+xml"/>
  <Override PartName="/ppt/notesSlides/_rels/notesSlide13.xml.rels" ContentType="application/vnd.openxmlformats-package.relationships+xml"/>
  <Override PartName="/ppt/notesSlides/_rels/notesSlide19.xml.rels" ContentType="application/vnd.openxmlformats-package.relationships+xml"/>
  <Override PartName="/ppt/notesSlides/_rels/notesSlide21.xml.rels" ContentType="application/vnd.openxmlformats-package.relationships+xml"/>
  <Override PartName="/ppt/notesSlides/_rels/notesSlide6.xml.rels" ContentType="application/vnd.openxmlformats-package.relationships+xml"/>
  <Override PartName="/ppt/notesSlides/_rels/notesSlide15.xml.rels" ContentType="application/vnd.openxmlformats-package.relationships+xml"/>
  <Override PartName="/ppt/notesSlides/_rels/notesSlide22.xml.rels" ContentType="application/vnd.openxmlformats-package.relationships+xml"/>
  <Override PartName="/ppt/notesSlides/_rels/notesSlide16.xml.rels" ContentType="application/vnd.openxmlformats-package.relationships+xml"/>
  <Override PartName="/ppt/notesSlides/_rels/notesSlide7.xml.rels" ContentType="application/vnd.openxmlformats-package.relationships+xml"/>
  <Override PartName="/ppt/notesSlides/_rels/notesSlide23.xml.rels" ContentType="application/vnd.openxmlformats-package.relationships+xml"/>
  <Override PartName="/ppt/notesSlides/_rels/notesSlide17.xml.rels" ContentType="application/vnd.openxmlformats-package.relationships+xml"/>
  <Override PartName="/ppt/notesSlides/_rels/notesSlide8.xml.rels" ContentType="application/vnd.openxmlformats-package.relationships+xml"/>
  <Override PartName="/ppt/notesSlides/_rels/notesSlide24.xml.rels" ContentType="application/vnd.openxmlformats-package.relationships+xml"/>
  <Override PartName="/ppt/notesSlides/_rels/notesSlide18.xml.rels" ContentType="application/vnd.openxmlformats-package.relationships+xml"/>
  <Override PartName="/ppt/notesSlides/_rels/notesSlide9.xml.rels" ContentType="application/vnd.openxmlformats-package.relationships+xml"/>
  <Override PartName="/ppt/notesSlides/_rels/notesSlide25.xml.rels" ContentType="application/vnd.openxmlformats-package.relationships+xml"/>
  <Override PartName="/ppt/notesSlides/_rels/notesSlide26.xml.rels" ContentType="application/vnd.openxmlformats-package.relationships+xml"/>
  <Override PartName="/ppt/notesSlides/notesSlide30.xml" ContentType="application/vnd.openxmlformats-officedocument.presentationml.notesSlide+xml"/>
  <Override PartName="/ppt/notesSlides/notesSlide18.xml" ContentType="application/vnd.openxmlformats-officedocument.presentationml.notesSlide+xml"/>
  <Override PartName="/ppt/notesSlides/notesSlide15.xml" ContentType="application/vnd.openxmlformats-officedocument.presentationml.notesSlide+xml"/>
  <Override PartName="/ppt/notesSlides/notesSlide27.xml" ContentType="application/vnd.openxmlformats-officedocument.presentationml.notesSlide+xml"/>
  <Override PartName="/ppt/notesSlides/notesSlide1.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9.xml" ContentType="application/vnd.openxmlformats-officedocument.presentationml.notesSlide+xml"/>
  <Override PartName="/ppt/notesSlides/notesSlide31.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9.xml" ContentType="application/vnd.openxmlformats-officedocument.presentationml.notesSlide+xml"/>
  <Override PartName="/ppt/notesSlides/notesSlide2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22.xml" ContentType="application/vnd.openxmlformats-officedocument.presentationml.notesSlide+xml"/>
  <Override PartName="/ppt/notesSlides/notesSlide6.xml" ContentType="application/vnd.openxmlformats-officedocument.presentationml.notesSlide+xml"/>
  <Override PartName="/ppt/notesSlides/notesSlide23.xml" ContentType="application/vnd.openxmlformats-officedocument.presentationml.notesSlide+xml"/>
  <Override PartName="/ppt/notesSlides/notesSlide7.xml" ContentType="application/vnd.openxmlformats-officedocument.presentationml.notesSlide+xml"/>
  <Override PartName="/ppt/notesSlides/notesSlide24.xml" ContentType="application/vnd.openxmlformats-officedocument.presentationml.notesSlide+xml"/>
  <Override PartName="/ppt/notesSlides/notesSlide8.xml" ContentType="application/vnd.openxmlformats-officedocument.presentationml.notesSlide+xml"/>
  <Override PartName="/ppt/notesSlides/notesSlide25.xml" ContentType="application/vnd.openxmlformats-officedocument.presentationml.notesSlide+xml"/>
  <Override PartName="/ppt/notesSlides/notesSlide9.xml" ContentType="application/vnd.openxmlformats-officedocument.presentationml.notesSlide+xml"/>
  <Override PartName="/ppt/notesSlides/notesSlide26.xml" ContentType="application/vnd.openxmlformats-officedocument.presentationml.notesSlide+xml"/>
  <Override PartName="/ppt/notesSlides/notesSlide2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notesMaster" Target="notesMasters/notesMaster1.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8.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4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50"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1" name="PlaceHolder 4"/>
          <p:cNvSpPr>
            <a:spLocks noGrp="1"/>
          </p:cNvSpPr>
          <p:nvPr>
            <p:ph type="dt" idx="19"/>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2" name="PlaceHolder 5"/>
          <p:cNvSpPr>
            <a:spLocks noGrp="1"/>
          </p:cNvSpPr>
          <p:nvPr>
            <p:ph type="ftr" idx="20"/>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3" name="PlaceHolder 6"/>
          <p:cNvSpPr>
            <a:spLocks noGrp="1"/>
          </p:cNvSpPr>
          <p:nvPr>
            <p:ph type="sldNum" idx="21"/>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AC656B7B-AC18-44EA-985C-C9D2CD742D12}"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PlaceHolder 1"/>
          <p:cNvSpPr>
            <a:spLocks noGrp="1"/>
          </p:cNvSpPr>
          <p:nvPr>
            <p:ph type="sldImg"/>
          </p:nvPr>
        </p:nvSpPr>
        <p:spPr>
          <a:xfrm>
            <a:off x="685800" y="1143000"/>
            <a:ext cx="5483160" cy="3083040"/>
          </a:xfrm>
          <a:prstGeom prst="rect">
            <a:avLst/>
          </a:prstGeom>
          <a:ln w="0">
            <a:noFill/>
          </a:ln>
        </p:spPr>
      </p:sp>
      <p:sp>
        <p:nvSpPr>
          <p:cNvPr id="178" name="PlaceHolder 2"/>
          <p:cNvSpPr>
            <a:spLocks noGrp="1"/>
          </p:cNvSpPr>
          <p:nvPr>
            <p:ph type="body"/>
          </p:nvPr>
        </p:nvSpPr>
        <p:spPr>
          <a:xfrm>
            <a:off x="685800" y="4400640"/>
            <a:ext cx="5483160" cy="35971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79" name="PlaceHolder 3"/>
          <p:cNvSpPr>
            <a:spLocks noGrp="1"/>
          </p:cNvSpPr>
          <p:nvPr>
            <p:ph type="sldNum" idx="22"/>
          </p:nvPr>
        </p:nvSpPr>
        <p:spPr>
          <a:xfrm>
            <a:off x="3884760" y="8685360"/>
            <a:ext cx="2968560" cy="45540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72F54E3F-47E1-4E0B-94A2-DA1D4738DA53}" type="slidenum">
              <a:rPr b="0" lang="en-US" sz="1200" spc="-1" strike="noStrike">
                <a:solidFill>
                  <a:schemeClr val="dk1"/>
                </a:solidFill>
                <a:latin typeface="+mn-lt"/>
                <a:ea typeface="+mn-ea"/>
              </a:rPr>
              <a:t>31</a:t>
            </a:fld>
            <a:endParaRPr b="0" lang="en-US" sz="1200" spc="-1" strike="noStrike">
              <a:solidFill>
                <a:srgbClr val="000000"/>
              </a:solidFill>
              <a:latin typeface="Times New Roman"/>
            </a:endParaRPr>
          </a:p>
        </p:txBody>
      </p:sp>
      <p:sp>
        <p:nvSpPr>
          <p:cNvPr id="180" name="PlaceHolder 4"/>
          <p:cNvSpPr>
            <a:spLocks noGrp="1"/>
          </p:cNvSpPr>
          <p:nvPr>
            <p:ph type="dt" idx="23"/>
          </p:nvPr>
        </p:nvSpPr>
        <p:spPr>
          <a:xfrm>
            <a:off x="3884760" y="0"/>
            <a:ext cx="2968560" cy="45540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9481D224-6F40-478E-8AC7-F98C1CF5E394}" type="datetime1">
              <a:rPr b="0" lang="tr-TR" sz="1200" spc="-1" strike="noStrike">
                <a:solidFill>
                  <a:srgbClr val="000000"/>
                </a:solidFill>
                <a:latin typeface="Times New Roman"/>
              </a:rPr>
              <a:t>13.09.2025</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PlaceHolder 1"/>
          <p:cNvSpPr>
            <a:spLocks noGrp="1"/>
          </p:cNvSpPr>
          <p:nvPr>
            <p:ph type="sldImg"/>
          </p:nvPr>
        </p:nvSpPr>
        <p:spPr>
          <a:xfrm>
            <a:off x="685800" y="1143000"/>
            <a:ext cx="5483160" cy="3083040"/>
          </a:xfrm>
          <a:prstGeom prst="rect">
            <a:avLst/>
          </a:prstGeom>
          <a:ln w="0">
            <a:noFill/>
          </a:ln>
        </p:spPr>
      </p:sp>
      <p:sp>
        <p:nvSpPr>
          <p:cNvPr id="182" name="PlaceHolder 2"/>
          <p:cNvSpPr>
            <a:spLocks noGrp="1"/>
          </p:cNvSpPr>
          <p:nvPr>
            <p:ph type="body"/>
          </p:nvPr>
        </p:nvSpPr>
        <p:spPr>
          <a:xfrm>
            <a:off x="685800" y="4400640"/>
            <a:ext cx="5483160" cy="35971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83" name="PlaceHolder 3"/>
          <p:cNvSpPr>
            <a:spLocks noGrp="1"/>
          </p:cNvSpPr>
          <p:nvPr>
            <p:ph type="sldNum" idx="24"/>
          </p:nvPr>
        </p:nvSpPr>
        <p:spPr>
          <a:xfrm>
            <a:off x="3884760" y="8685360"/>
            <a:ext cx="2968560" cy="45540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73D6F30F-2AB8-4658-9338-36B6A26FED7F}" type="slidenum">
              <a:rPr b="0" lang="en-US" sz="1200" spc="-1" strike="noStrike">
                <a:solidFill>
                  <a:schemeClr val="dk1"/>
                </a:solidFill>
                <a:latin typeface="+mn-lt"/>
                <a:ea typeface="+mn-ea"/>
              </a:rPr>
              <a:t>31</a:t>
            </a:fld>
            <a:endParaRPr b="0" lang="en-US" sz="1200" spc="-1" strike="noStrike">
              <a:solidFill>
                <a:srgbClr val="000000"/>
              </a:solidFill>
              <a:latin typeface="Times New Roman"/>
            </a:endParaRPr>
          </a:p>
        </p:txBody>
      </p:sp>
      <p:sp>
        <p:nvSpPr>
          <p:cNvPr id="184" name="PlaceHolder 4"/>
          <p:cNvSpPr>
            <a:spLocks noGrp="1"/>
          </p:cNvSpPr>
          <p:nvPr>
            <p:ph type="dt" idx="25"/>
          </p:nvPr>
        </p:nvSpPr>
        <p:spPr>
          <a:xfrm>
            <a:off x="3884760" y="0"/>
            <a:ext cx="2968560" cy="45540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3AA62ABD-278F-4E5D-BC61-7B44FD4A575F}" type="datetime1">
              <a:rPr b="0" lang="tr-TR" sz="1200" spc="-1" strike="noStrike">
                <a:solidFill>
                  <a:srgbClr val="000000"/>
                </a:solidFill>
                <a:latin typeface="Times New Roman"/>
              </a:rPr>
              <a:t>13.09.2025</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PlaceHolder 1"/>
          <p:cNvSpPr>
            <a:spLocks noGrp="1"/>
          </p:cNvSpPr>
          <p:nvPr>
            <p:ph type="sldImg"/>
          </p:nvPr>
        </p:nvSpPr>
        <p:spPr>
          <a:xfrm>
            <a:off x="685800" y="1143000"/>
            <a:ext cx="5483160" cy="3083040"/>
          </a:xfrm>
          <a:prstGeom prst="rect">
            <a:avLst/>
          </a:prstGeom>
          <a:ln w="0">
            <a:noFill/>
          </a:ln>
        </p:spPr>
      </p:sp>
      <p:sp>
        <p:nvSpPr>
          <p:cNvPr id="186" name="PlaceHolder 2"/>
          <p:cNvSpPr>
            <a:spLocks noGrp="1"/>
          </p:cNvSpPr>
          <p:nvPr>
            <p:ph type="body"/>
          </p:nvPr>
        </p:nvSpPr>
        <p:spPr>
          <a:xfrm>
            <a:off x="685800" y="4400640"/>
            <a:ext cx="5483160" cy="35971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87" name="PlaceHolder 3"/>
          <p:cNvSpPr>
            <a:spLocks noGrp="1"/>
          </p:cNvSpPr>
          <p:nvPr>
            <p:ph type="sldNum" idx="26"/>
          </p:nvPr>
        </p:nvSpPr>
        <p:spPr>
          <a:xfrm>
            <a:off x="3884760" y="8685360"/>
            <a:ext cx="2968560" cy="45540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BF95C894-66E7-42A9-ACC2-B5E7F0383E6A}" type="slidenum">
              <a:rPr b="0" lang="en-US" sz="1200" spc="-1" strike="noStrike">
                <a:solidFill>
                  <a:schemeClr val="dk1"/>
                </a:solidFill>
                <a:latin typeface="+mn-lt"/>
                <a:ea typeface="+mn-ea"/>
              </a:rPr>
              <a:t>31</a:t>
            </a:fld>
            <a:endParaRPr b="0" lang="en-US" sz="1200" spc="-1" strike="noStrike">
              <a:solidFill>
                <a:srgbClr val="000000"/>
              </a:solidFill>
              <a:latin typeface="Times New Roman"/>
            </a:endParaRPr>
          </a:p>
        </p:txBody>
      </p:sp>
      <p:sp>
        <p:nvSpPr>
          <p:cNvPr id="188" name="PlaceHolder 4"/>
          <p:cNvSpPr>
            <a:spLocks noGrp="1"/>
          </p:cNvSpPr>
          <p:nvPr>
            <p:ph type="dt" idx="27"/>
          </p:nvPr>
        </p:nvSpPr>
        <p:spPr>
          <a:xfrm>
            <a:off x="3884760" y="0"/>
            <a:ext cx="2968560" cy="45540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5F2A2BBD-17F4-44BF-B288-3896E5B15376}" type="datetime1">
              <a:rPr b="0" lang="tr-TR" sz="1200" spc="-1" strike="noStrike">
                <a:solidFill>
                  <a:srgbClr val="000000"/>
                </a:solidFill>
                <a:latin typeface="Times New Roman"/>
              </a:rPr>
              <a:t>13.09.2025</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PlaceHolder 1"/>
          <p:cNvSpPr>
            <a:spLocks noGrp="1"/>
          </p:cNvSpPr>
          <p:nvPr>
            <p:ph type="sldImg"/>
          </p:nvPr>
        </p:nvSpPr>
        <p:spPr>
          <a:xfrm>
            <a:off x="685800" y="1143000"/>
            <a:ext cx="5483160" cy="3083040"/>
          </a:xfrm>
          <a:prstGeom prst="rect">
            <a:avLst/>
          </a:prstGeom>
          <a:ln w="0">
            <a:noFill/>
          </a:ln>
        </p:spPr>
      </p:sp>
      <p:sp>
        <p:nvSpPr>
          <p:cNvPr id="190" name="PlaceHolder 2"/>
          <p:cNvSpPr>
            <a:spLocks noGrp="1"/>
          </p:cNvSpPr>
          <p:nvPr>
            <p:ph type="body"/>
          </p:nvPr>
        </p:nvSpPr>
        <p:spPr>
          <a:xfrm>
            <a:off x="685800" y="4400640"/>
            <a:ext cx="5483160" cy="35971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91" name="PlaceHolder 3"/>
          <p:cNvSpPr>
            <a:spLocks noGrp="1"/>
          </p:cNvSpPr>
          <p:nvPr>
            <p:ph type="sldNum" idx="28"/>
          </p:nvPr>
        </p:nvSpPr>
        <p:spPr>
          <a:xfrm>
            <a:off x="3884760" y="8685360"/>
            <a:ext cx="2968560" cy="45540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05266B4C-ED40-4CEC-828C-811BEE30705B}" type="slidenum">
              <a:rPr b="0" lang="en-US" sz="1200" spc="-1" strike="noStrike">
                <a:solidFill>
                  <a:schemeClr val="dk1"/>
                </a:solidFill>
                <a:latin typeface="+mn-lt"/>
                <a:ea typeface="+mn-ea"/>
              </a:rPr>
              <a:t>31</a:t>
            </a:fld>
            <a:endParaRPr b="0" lang="en-US" sz="1200" spc="-1" strike="noStrike">
              <a:solidFill>
                <a:srgbClr val="000000"/>
              </a:solidFill>
              <a:latin typeface="Times New Roman"/>
            </a:endParaRPr>
          </a:p>
        </p:txBody>
      </p:sp>
      <p:sp>
        <p:nvSpPr>
          <p:cNvPr id="192" name="PlaceHolder 4"/>
          <p:cNvSpPr>
            <a:spLocks noGrp="1"/>
          </p:cNvSpPr>
          <p:nvPr>
            <p:ph type="dt" idx="29"/>
          </p:nvPr>
        </p:nvSpPr>
        <p:spPr>
          <a:xfrm>
            <a:off x="3884760" y="0"/>
            <a:ext cx="2968560" cy="45540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1DFD87EB-0C4F-4C50-B4B7-AB7C58BE6305}" type="datetime1">
              <a:rPr b="0" lang="tr-TR" sz="1200" spc="-1" strike="noStrike">
                <a:solidFill>
                  <a:srgbClr val="000000"/>
                </a:solidFill>
                <a:latin typeface="Times New Roman"/>
              </a:rPr>
              <a:t>13.09.2025</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PlaceHolder 1"/>
          <p:cNvSpPr>
            <a:spLocks noGrp="1"/>
          </p:cNvSpPr>
          <p:nvPr>
            <p:ph type="sldImg"/>
          </p:nvPr>
        </p:nvSpPr>
        <p:spPr>
          <a:xfrm>
            <a:off x="685800" y="1143000"/>
            <a:ext cx="5481720" cy="3081600"/>
          </a:xfrm>
          <a:prstGeom prst="rect">
            <a:avLst/>
          </a:prstGeom>
          <a:ln w="0">
            <a:noFill/>
          </a:ln>
        </p:spPr>
      </p:sp>
      <p:sp>
        <p:nvSpPr>
          <p:cNvPr id="194" name="PlaceHolder 2"/>
          <p:cNvSpPr>
            <a:spLocks noGrp="1"/>
          </p:cNvSpPr>
          <p:nvPr>
            <p:ph type="body"/>
          </p:nvPr>
        </p:nvSpPr>
        <p:spPr>
          <a:xfrm>
            <a:off x="685800" y="4400640"/>
            <a:ext cx="5481720" cy="35956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95" name="PlaceHolder 3"/>
          <p:cNvSpPr>
            <a:spLocks noGrp="1"/>
          </p:cNvSpPr>
          <p:nvPr>
            <p:ph type="sldNum" idx="30"/>
          </p:nvPr>
        </p:nvSpPr>
        <p:spPr>
          <a:xfrm>
            <a:off x="3884760" y="8685360"/>
            <a:ext cx="2967120" cy="45396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23CBDAA0-A859-4D1E-A51E-CA70AB61E5FB}" type="slidenum">
              <a:rPr b="0" lang="en-US" sz="1200" spc="-1" strike="noStrike">
                <a:solidFill>
                  <a:schemeClr val="dk1"/>
                </a:solidFill>
                <a:latin typeface="+mn-lt"/>
                <a:ea typeface="+mn-ea"/>
              </a:rPr>
              <a:t>31</a:t>
            </a:fld>
            <a:endParaRPr b="0" lang="en-US" sz="1200" spc="-1" strike="noStrike">
              <a:solidFill>
                <a:srgbClr val="000000"/>
              </a:solidFill>
              <a:latin typeface="Times New Roman"/>
            </a:endParaRPr>
          </a:p>
        </p:txBody>
      </p:sp>
      <p:sp>
        <p:nvSpPr>
          <p:cNvPr id="196" name="PlaceHolder 4"/>
          <p:cNvSpPr>
            <a:spLocks noGrp="1"/>
          </p:cNvSpPr>
          <p:nvPr>
            <p:ph type="dt" idx="31"/>
          </p:nvPr>
        </p:nvSpPr>
        <p:spPr>
          <a:xfrm>
            <a:off x="3884760" y="0"/>
            <a:ext cx="2967120" cy="45396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C77B6088-0718-423E-9E16-877533563063}" type="datetime1">
              <a:rPr b="0" lang="tr-TR" sz="1200" spc="-1" strike="noStrike">
                <a:solidFill>
                  <a:srgbClr val="000000"/>
                </a:solidFill>
                <a:latin typeface="Times New Roman"/>
              </a:rPr>
              <a:t>13.09.2025</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sldImg"/>
          </p:nvPr>
        </p:nvSpPr>
        <p:spPr>
          <a:xfrm>
            <a:off x="685800" y="1143000"/>
            <a:ext cx="5483160" cy="3083040"/>
          </a:xfrm>
          <a:prstGeom prst="rect">
            <a:avLst/>
          </a:prstGeom>
          <a:ln w="0">
            <a:noFill/>
          </a:ln>
        </p:spPr>
      </p:sp>
      <p:sp>
        <p:nvSpPr>
          <p:cNvPr id="198" name="PlaceHolder 2"/>
          <p:cNvSpPr>
            <a:spLocks noGrp="1"/>
          </p:cNvSpPr>
          <p:nvPr>
            <p:ph type="body"/>
          </p:nvPr>
        </p:nvSpPr>
        <p:spPr>
          <a:xfrm>
            <a:off x="685800" y="4400640"/>
            <a:ext cx="5483160" cy="35971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99" name="PlaceHolder 3"/>
          <p:cNvSpPr>
            <a:spLocks noGrp="1"/>
          </p:cNvSpPr>
          <p:nvPr>
            <p:ph type="sldNum" idx="32"/>
          </p:nvPr>
        </p:nvSpPr>
        <p:spPr>
          <a:xfrm>
            <a:off x="3884760" y="8685360"/>
            <a:ext cx="2968560" cy="45540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38087907-F1E5-4ACE-99F7-82DCEA547F47}" type="slidenum">
              <a:rPr b="0" lang="en-US" sz="1200" spc="-1" strike="noStrike">
                <a:solidFill>
                  <a:schemeClr val="dk1"/>
                </a:solidFill>
                <a:latin typeface="+mn-lt"/>
                <a:ea typeface="+mn-ea"/>
              </a:rPr>
              <a:t>31</a:t>
            </a:fld>
            <a:endParaRPr b="0" lang="en-US" sz="1200" spc="-1" strike="noStrike">
              <a:solidFill>
                <a:srgbClr val="000000"/>
              </a:solidFill>
              <a:latin typeface="Times New Roman"/>
            </a:endParaRPr>
          </a:p>
        </p:txBody>
      </p:sp>
      <p:sp>
        <p:nvSpPr>
          <p:cNvPr id="200" name="PlaceHolder 4"/>
          <p:cNvSpPr>
            <a:spLocks noGrp="1"/>
          </p:cNvSpPr>
          <p:nvPr>
            <p:ph type="dt" idx="33"/>
          </p:nvPr>
        </p:nvSpPr>
        <p:spPr>
          <a:xfrm>
            <a:off x="3884760" y="0"/>
            <a:ext cx="2968560" cy="45540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B4A5910A-7D22-498E-A5CF-9D8049605ED4}" type="datetime1">
              <a:rPr b="0" lang="tr-TR" sz="1200" spc="-1" strike="noStrike">
                <a:solidFill>
                  <a:srgbClr val="000000"/>
                </a:solidFill>
                <a:latin typeface="Times New Roman"/>
              </a:rPr>
              <a:t>13.09.2025</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1" name="PlaceHolder 1"/>
          <p:cNvSpPr>
            <a:spLocks noGrp="1"/>
          </p:cNvSpPr>
          <p:nvPr>
            <p:ph type="sldImg"/>
          </p:nvPr>
        </p:nvSpPr>
        <p:spPr>
          <a:xfrm>
            <a:off x="685800" y="1143000"/>
            <a:ext cx="5483160" cy="3083040"/>
          </a:xfrm>
          <a:prstGeom prst="rect">
            <a:avLst/>
          </a:prstGeom>
          <a:ln w="0">
            <a:noFill/>
          </a:ln>
        </p:spPr>
      </p:sp>
      <p:sp>
        <p:nvSpPr>
          <p:cNvPr id="202" name="PlaceHolder 2"/>
          <p:cNvSpPr>
            <a:spLocks noGrp="1"/>
          </p:cNvSpPr>
          <p:nvPr>
            <p:ph type="body"/>
          </p:nvPr>
        </p:nvSpPr>
        <p:spPr>
          <a:xfrm>
            <a:off x="685800" y="4400640"/>
            <a:ext cx="5483160" cy="35971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03" name="PlaceHolder 3"/>
          <p:cNvSpPr>
            <a:spLocks noGrp="1"/>
          </p:cNvSpPr>
          <p:nvPr>
            <p:ph type="sldNum" idx="34"/>
          </p:nvPr>
        </p:nvSpPr>
        <p:spPr>
          <a:xfrm>
            <a:off x="3884760" y="8685360"/>
            <a:ext cx="2968560" cy="45540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3CB5CA79-C1D8-4499-98E5-A0C1322EBD6B}" type="slidenum">
              <a:rPr b="0" lang="en-US" sz="1200" spc="-1" strike="noStrike">
                <a:solidFill>
                  <a:schemeClr val="dk1"/>
                </a:solidFill>
                <a:latin typeface="+mn-lt"/>
                <a:ea typeface="+mn-ea"/>
              </a:rPr>
              <a:t>31</a:t>
            </a:fld>
            <a:endParaRPr b="0" lang="en-US" sz="1200" spc="-1" strike="noStrike">
              <a:solidFill>
                <a:srgbClr val="000000"/>
              </a:solidFill>
              <a:latin typeface="Times New Roman"/>
            </a:endParaRPr>
          </a:p>
        </p:txBody>
      </p:sp>
      <p:sp>
        <p:nvSpPr>
          <p:cNvPr id="204" name="PlaceHolder 4"/>
          <p:cNvSpPr>
            <a:spLocks noGrp="1"/>
          </p:cNvSpPr>
          <p:nvPr>
            <p:ph type="dt" idx="35"/>
          </p:nvPr>
        </p:nvSpPr>
        <p:spPr>
          <a:xfrm>
            <a:off x="3884760" y="0"/>
            <a:ext cx="2968560" cy="45540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30EFF91C-8D09-476D-9104-C379BFF1DCDD}" type="datetime1">
              <a:rPr b="0" lang="tr-TR" sz="1200" spc="-1" strike="noStrike">
                <a:solidFill>
                  <a:srgbClr val="000000"/>
                </a:solidFill>
                <a:latin typeface="Times New Roman"/>
              </a:rPr>
              <a:t>13.09.2025</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PlaceHolder 1"/>
          <p:cNvSpPr>
            <a:spLocks noGrp="1"/>
          </p:cNvSpPr>
          <p:nvPr>
            <p:ph type="sldImg"/>
          </p:nvPr>
        </p:nvSpPr>
        <p:spPr>
          <a:xfrm>
            <a:off x="685800" y="1143000"/>
            <a:ext cx="5483160" cy="3083040"/>
          </a:xfrm>
          <a:prstGeom prst="rect">
            <a:avLst/>
          </a:prstGeom>
          <a:ln w="0">
            <a:noFill/>
          </a:ln>
        </p:spPr>
      </p:sp>
      <p:sp>
        <p:nvSpPr>
          <p:cNvPr id="206" name="PlaceHolder 2"/>
          <p:cNvSpPr>
            <a:spLocks noGrp="1"/>
          </p:cNvSpPr>
          <p:nvPr>
            <p:ph type="body"/>
          </p:nvPr>
        </p:nvSpPr>
        <p:spPr>
          <a:xfrm>
            <a:off x="685800" y="4400640"/>
            <a:ext cx="5483160" cy="35971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07" name="PlaceHolder 3"/>
          <p:cNvSpPr>
            <a:spLocks noGrp="1"/>
          </p:cNvSpPr>
          <p:nvPr>
            <p:ph type="sldNum" idx="36"/>
          </p:nvPr>
        </p:nvSpPr>
        <p:spPr>
          <a:xfrm>
            <a:off x="3884760" y="8685360"/>
            <a:ext cx="2968560" cy="45540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0DCA6750-E3C4-481B-8319-5489321C5388}" type="slidenum">
              <a:rPr b="0" lang="en-US" sz="1200" spc="-1" strike="noStrike">
                <a:solidFill>
                  <a:schemeClr val="dk1"/>
                </a:solidFill>
                <a:latin typeface="+mn-lt"/>
                <a:ea typeface="+mn-ea"/>
              </a:rPr>
              <a:t>31</a:t>
            </a:fld>
            <a:endParaRPr b="0" lang="en-US" sz="1200" spc="-1" strike="noStrike">
              <a:solidFill>
                <a:srgbClr val="000000"/>
              </a:solidFill>
              <a:latin typeface="Times New Roman"/>
            </a:endParaRPr>
          </a:p>
        </p:txBody>
      </p:sp>
      <p:sp>
        <p:nvSpPr>
          <p:cNvPr id="208" name="PlaceHolder 4"/>
          <p:cNvSpPr>
            <a:spLocks noGrp="1"/>
          </p:cNvSpPr>
          <p:nvPr>
            <p:ph type="dt" idx="37"/>
          </p:nvPr>
        </p:nvSpPr>
        <p:spPr>
          <a:xfrm>
            <a:off x="3884760" y="0"/>
            <a:ext cx="2968560" cy="45540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DA1485DA-D511-4A07-91DD-6E701CABE4B8}" type="datetime1">
              <a:rPr b="0" lang="tr-TR" sz="1200" spc="-1" strike="noStrike">
                <a:solidFill>
                  <a:srgbClr val="000000"/>
                </a:solidFill>
                <a:latin typeface="Times New Roman"/>
              </a:rPr>
              <a:t>13.09.2025</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PlaceHolder 1"/>
          <p:cNvSpPr>
            <a:spLocks noGrp="1"/>
          </p:cNvSpPr>
          <p:nvPr>
            <p:ph type="sldImg"/>
          </p:nvPr>
        </p:nvSpPr>
        <p:spPr>
          <a:xfrm>
            <a:off x="685800" y="1143000"/>
            <a:ext cx="5483160" cy="3083040"/>
          </a:xfrm>
          <a:prstGeom prst="rect">
            <a:avLst/>
          </a:prstGeom>
          <a:ln w="0">
            <a:noFill/>
          </a:ln>
        </p:spPr>
      </p:sp>
      <p:sp>
        <p:nvSpPr>
          <p:cNvPr id="210" name="PlaceHolder 2"/>
          <p:cNvSpPr>
            <a:spLocks noGrp="1"/>
          </p:cNvSpPr>
          <p:nvPr>
            <p:ph type="body"/>
          </p:nvPr>
        </p:nvSpPr>
        <p:spPr>
          <a:xfrm>
            <a:off x="685800" y="4400640"/>
            <a:ext cx="5483160" cy="35971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11" name="PlaceHolder 3"/>
          <p:cNvSpPr>
            <a:spLocks noGrp="1"/>
          </p:cNvSpPr>
          <p:nvPr>
            <p:ph type="sldNum" idx="38"/>
          </p:nvPr>
        </p:nvSpPr>
        <p:spPr>
          <a:xfrm>
            <a:off x="3884760" y="8685360"/>
            <a:ext cx="2968560" cy="45540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0A3FD618-64E7-45FD-8643-895C0FA0A96C}" type="slidenum">
              <a:rPr b="0" lang="en-US" sz="1200" spc="-1" strike="noStrike">
                <a:solidFill>
                  <a:schemeClr val="dk1"/>
                </a:solidFill>
                <a:latin typeface="+mn-lt"/>
                <a:ea typeface="+mn-ea"/>
              </a:rPr>
              <a:t>31</a:t>
            </a:fld>
            <a:endParaRPr b="0" lang="en-US" sz="1200" spc="-1" strike="noStrike">
              <a:solidFill>
                <a:srgbClr val="000000"/>
              </a:solidFill>
              <a:latin typeface="Times New Roman"/>
            </a:endParaRPr>
          </a:p>
        </p:txBody>
      </p:sp>
      <p:sp>
        <p:nvSpPr>
          <p:cNvPr id="212" name="PlaceHolder 4"/>
          <p:cNvSpPr>
            <a:spLocks noGrp="1"/>
          </p:cNvSpPr>
          <p:nvPr>
            <p:ph type="dt" idx="39"/>
          </p:nvPr>
        </p:nvSpPr>
        <p:spPr>
          <a:xfrm>
            <a:off x="3884760" y="0"/>
            <a:ext cx="2968560" cy="45540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AB91B7B3-975D-48DB-95F2-8F1C1768FB14}" type="datetime1">
              <a:rPr b="0" lang="tr-TR" sz="1200" spc="-1" strike="noStrike">
                <a:solidFill>
                  <a:srgbClr val="000000"/>
                </a:solidFill>
                <a:latin typeface="Times New Roman"/>
              </a:rPr>
              <a:t>13.09.2025</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 name="PlaceHolder 1"/>
          <p:cNvSpPr>
            <a:spLocks noGrp="1"/>
          </p:cNvSpPr>
          <p:nvPr>
            <p:ph type="sldImg"/>
          </p:nvPr>
        </p:nvSpPr>
        <p:spPr>
          <a:xfrm>
            <a:off x="685800" y="1143000"/>
            <a:ext cx="5483160" cy="3083040"/>
          </a:xfrm>
          <a:prstGeom prst="rect">
            <a:avLst/>
          </a:prstGeom>
          <a:ln w="0">
            <a:noFill/>
          </a:ln>
        </p:spPr>
      </p:sp>
      <p:sp>
        <p:nvSpPr>
          <p:cNvPr id="214" name="PlaceHolder 2"/>
          <p:cNvSpPr>
            <a:spLocks noGrp="1"/>
          </p:cNvSpPr>
          <p:nvPr>
            <p:ph type="body"/>
          </p:nvPr>
        </p:nvSpPr>
        <p:spPr>
          <a:xfrm>
            <a:off x="685800" y="4400640"/>
            <a:ext cx="5483160" cy="35971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15" name="PlaceHolder 3"/>
          <p:cNvSpPr>
            <a:spLocks noGrp="1"/>
          </p:cNvSpPr>
          <p:nvPr>
            <p:ph type="sldNum" idx="40"/>
          </p:nvPr>
        </p:nvSpPr>
        <p:spPr>
          <a:xfrm>
            <a:off x="3884760" y="8685360"/>
            <a:ext cx="2968560" cy="45540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208F3CAA-5530-488C-9589-C121EB8C791A}" type="slidenum">
              <a:rPr b="0" lang="en-US" sz="1200" spc="-1" strike="noStrike">
                <a:solidFill>
                  <a:schemeClr val="dk1"/>
                </a:solidFill>
                <a:latin typeface="+mn-lt"/>
                <a:ea typeface="+mn-ea"/>
              </a:rPr>
              <a:t>31</a:t>
            </a:fld>
            <a:endParaRPr b="0" lang="en-US" sz="1200" spc="-1" strike="noStrike">
              <a:solidFill>
                <a:srgbClr val="000000"/>
              </a:solidFill>
              <a:latin typeface="Times New Roman"/>
            </a:endParaRPr>
          </a:p>
        </p:txBody>
      </p:sp>
      <p:sp>
        <p:nvSpPr>
          <p:cNvPr id="216" name="PlaceHolder 4"/>
          <p:cNvSpPr>
            <a:spLocks noGrp="1"/>
          </p:cNvSpPr>
          <p:nvPr>
            <p:ph type="dt" idx="41"/>
          </p:nvPr>
        </p:nvSpPr>
        <p:spPr>
          <a:xfrm>
            <a:off x="3884760" y="0"/>
            <a:ext cx="2968560" cy="45540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03CC5DC9-4DF3-4043-93A3-ACAC362A0FCE}" type="datetime1">
              <a:rPr b="0" lang="tr-TR" sz="1200" spc="-1" strike="noStrike">
                <a:solidFill>
                  <a:srgbClr val="000000"/>
                </a:solidFill>
                <a:latin typeface="Times New Roman"/>
              </a:rPr>
              <a:t>13.09.2025</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PlaceHolder 1"/>
          <p:cNvSpPr>
            <a:spLocks noGrp="1"/>
          </p:cNvSpPr>
          <p:nvPr>
            <p:ph type="sldImg"/>
          </p:nvPr>
        </p:nvSpPr>
        <p:spPr>
          <a:xfrm>
            <a:off x="685800" y="1143000"/>
            <a:ext cx="5483160" cy="3083040"/>
          </a:xfrm>
          <a:prstGeom prst="rect">
            <a:avLst/>
          </a:prstGeom>
          <a:ln w="0">
            <a:noFill/>
          </a:ln>
        </p:spPr>
      </p:sp>
      <p:sp>
        <p:nvSpPr>
          <p:cNvPr id="218" name="PlaceHolder 2"/>
          <p:cNvSpPr>
            <a:spLocks noGrp="1"/>
          </p:cNvSpPr>
          <p:nvPr>
            <p:ph type="body"/>
          </p:nvPr>
        </p:nvSpPr>
        <p:spPr>
          <a:xfrm>
            <a:off x="685800" y="4400640"/>
            <a:ext cx="5483160" cy="35971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19" name="PlaceHolder 3"/>
          <p:cNvSpPr>
            <a:spLocks noGrp="1"/>
          </p:cNvSpPr>
          <p:nvPr>
            <p:ph type="sldNum" idx="42"/>
          </p:nvPr>
        </p:nvSpPr>
        <p:spPr>
          <a:xfrm>
            <a:off x="3884760" y="8685360"/>
            <a:ext cx="2968560" cy="45540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1D8F2A54-799F-4C3A-BEC9-9BD38F2880B6}" type="slidenum">
              <a:rPr b="0" lang="en-US" sz="1200" spc="-1" strike="noStrike">
                <a:solidFill>
                  <a:schemeClr val="dk1"/>
                </a:solidFill>
                <a:latin typeface="+mn-lt"/>
                <a:ea typeface="+mn-ea"/>
              </a:rPr>
              <a:t>31</a:t>
            </a:fld>
            <a:endParaRPr b="0" lang="en-US" sz="1200" spc="-1" strike="noStrike">
              <a:solidFill>
                <a:srgbClr val="000000"/>
              </a:solidFill>
              <a:latin typeface="Times New Roman"/>
            </a:endParaRPr>
          </a:p>
        </p:txBody>
      </p:sp>
      <p:sp>
        <p:nvSpPr>
          <p:cNvPr id="220" name="PlaceHolder 4"/>
          <p:cNvSpPr>
            <a:spLocks noGrp="1"/>
          </p:cNvSpPr>
          <p:nvPr>
            <p:ph type="dt" idx="43"/>
          </p:nvPr>
        </p:nvSpPr>
        <p:spPr>
          <a:xfrm>
            <a:off x="3884760" y="0"/>
            <a:ext cx="2968560" cy="45540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064CEBCC-D484-4010-9143-7335C4404FED}" type="datetime1">
              <a:rPr b="0" lang="tr-TR" sz="1200" spc="-1" strike="noStrike">
                <a:solidFill>
                  <a:srgbClr val="000000"/>
                </a:solidFill>
                <a:latin typeface="Times New Roman"/>
              </a:rPr>
              <a:t>13.09.2025</a:t>
            </a:fld>
            <a:endParaRPr b="0" lang="en-US"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PlaceHolder 1"/>
          <p:cNvSpPr>
            <a:spLocks noGrp="1"/>
          </p:cNvSpPr>
          <p:nvPr>
            <p:ph type="sldImg"/>
          </p:nvPr>
        </p:nvSpPr>
        <p:spPr>
          <a:xfrm>
            <a:off x="685800" y="1143000"/>
            <a:ext cx="5483160" cy="3083040"/>
          </a:xfrm>
          <a:prstGeom prst="rect">
            <a:avLst/>
          </a:prstGeom>
          <a:ln w="0">
            <a:noFill/>
          </a:ln>
        </p:spPr>
      </p:sp>
      <p:sp>
        <p:nvSpPr>
          <p:cNvPr id="222" name="PlaceHolder 2"/>
          <p:cNvSpPr>
            <a:spLocks noGrp="1"/>
          </p:cNvSpPr>
          <p:nvPr>
            <p:ph type="body"/>
          </p:nvPr>
        </p:nvSpPr>
        <p:spPr>
          <a:xfrm>
            <a:off x="685800" y="4400640"/>
            <a:ext cx="5483160" cy="35971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23" name="PlaceHolder 3"/>
          <p:cNvSpPr>
            <a:spLocks noGrp="1"/>
          </p:cNvSpPr>
          <p:nvPr>
            <p:ph type="sldNum" idx="44"/>
          </p:nvPr>
        </p:nvSpPr>
        <p:spPr>
          <a:xfrm>
            <a:off x="3884760" y="8685360"/>
            <a:ext cx="2968560" cy="45540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CBEB34F7-C629-4F04-918C-FFCB0194A448}" type="slidenum">
              <a:rPr b="0" lang="en-US" sz="1200" spc="-1" strike="noStrike">
                <a:solidFill>
                  <a:schemeClr val="dk1"/>
                </a:solidFill>
                <a:latin typeface="+mn-lt"/>
                <a:ea typeface="+mn-ea"/>
              </a:rPr>
              <a:t>31</a:t>
            </a:fld>
            <a:endParaRPr b="0" lang="en-US" sz="1200" spc="-1" strike="noStrike">
              <a:solidFill>
                <a:srgbClr val="000000"/>
              </a:solidFill>
              <a:latin typeface="Times New Roman"/>
            </a:endParaRPr>
          </a:p>
        </p:txBody>
      </p:sp>
      <p:sp>
        <p:nvSpPr>
          <p:cNvPr id="224" name="PlaceHolder 4"/>
          <p:cNvSpPr>
            <a:spLocks noGrp="1"/>
          </p:cNvSpPr>
          <p:nvPr>
            <p:ph type="dt" idx="45"/>
          </p:nvPr>
        </p:nvSpPr>
        <p:spPr>
          <a:xfrm>
            <a:off x="3884760" y="0"/>
            <a:ext cx="2968560" cy="45540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FCF92B07-53E1-4AA3-B521-083F72937D7A}" type="datetime1">
              <a:rPr b="0" lang="tr-TR" sz="1200" spc="-1" strike="noStrike">
                <a:solidFill>
                  <a:srgbClr val="000000"/>
                </a:solidFill>
                <a:latin typeface="Times New Roman"/>
              </a:rPr>
              <a:t>13.09.2025</a:t>
            </a:fld>
            <a:endParaRPr b="0" lang="en-US"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 name="PlaceHolder 1"/>
          <p:cNvSpPr>
            <a:spLocks noGrp="1"/>
          </p:cNvSpPr>
          <p:nvPr>
            <p:ph type="sldImg"/>
          </p:nvPr>
        </p:nvSpPr>
        <p:spPr>
          <a:xfrm>
            <a:off x="685800" y="1143000"/>
            <a:ext cx="5483160" cy="3083040"/>
          </a:xfrm>
          <a:prstGeom prst="rect">
            <a:avLst/>
          </a:prstGeom>
          <a:ln w="0">
            <a:noFill/>
          </a:ln>
        </p:spPr>
      </p:sp>
      <p:sp>
        <p:nvSpPr>
          <p:cNvPr id="226" name="PlaceHolder 2"/>
          <p:cNvSpPr>
            <a:spLocks noGrp="1"/>
          </p:cNvSpPr>
          <p:nvPr>
            <p:ph type="body"/>
          </p:nvPr>
        </p:nvSpPr>
        <p:spPr>
          <a:xfrm>
            <a:off x="685800" y="4400640"/>
            <a:ext cx="5483160" cy="35971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27" name="PlaceHolder 3"/>
          <p:cNvSpPr>
            <a:spLocks noGrp="1"/>
          </p:cNvSpPr>
          <p:nvPr>
            <p:ph type="sldNum" idx="46"/>
          </p:nvPr>
        </p:nvSpPr>
        <p:spPr>
          <a:xfrm>
            <a:off x="3884760" y="8685360"/>
            <a:ext cx="2968560" cy="45540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12B7ECE0-37D7-4348-B4B2-BE0660FDE4B5}" type="slidenum">
              <a:rPr b="0" lang="en-US" sz="1200" spc="-1" strike="noStrike">
                <a:solidFill>
                  <a:schemeClr val="dk1"/>
                </a:solidFill>
                <a:latin typeface="+mn-lt"/>
                <a:ea typeface="+mn-ea"/>
              </a:rPr>
              <a:t>31</a:t>
            </a:fld>
            <a:endParaRPr b="0" lang="en-US" sz="1200" spc="-1" strike="noStrike">
              <a:solidFill>
                <a:srgbClr val="000000"/>
              </a:solidFill>
              <a:latin typeface="Times New Roman"/>
            </a:endParaRPr>
          </a:p>
        </p:txBody>
      </p:sp>
      <p:sp>
        <p:nvSpPr>
          <p:cNvPr id="228" name="PlaceHolder 4"/>
          <p:cNvSpPr>
            <a:spLocks noGrp="1"/>
          </p:cNvSpPr>
          <p:nvPr>
            <p:ph type="dt" idx="47"/>
          </p:nvPr>
        </p:nvSpPr>
        <p:spPr>
          <a:xfrm>
            <a:off x="3884760" y="0"/>
            <a:ext cx="2968560" cy="45540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A7B1A938-71F6-4612-B005-29083305D3C8}" type="datetime1">
              <a:rPr b="0" lang="tr-TR" sz="1200" spc="-1" strike="noStrike">
                <a:solidFill>
                  <a:srgbClr val="000000"/>
                </a:solidFill>
                <a:latin typeface="Times New Roman"/>
              </a:rPr>
              <a:t>13.09.2025</a:t>
            </a:fld>
            <a:endParaRPr b="0" lang="en-US" sz="12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PlaceHolder 1"/>
          <p:cNvSpPr>
            <a:spLocks noGrp="1"/>
          </p:cNvSpPr>
          <p:nvPr>
            <p:ph type="sldImg"/>
          </p:nvPr>
        </p:nvSpPr>
        <p:spPr>
          <a:xfrm>
            <a:off x="685800" y="1143000"/>
            <a:ext cx="5483160" cy="3083040"/>
          </a:xfrm>
          <a:prstGeom prst="rect">
            <a:avLst/>
          </a:prstGeom>
          <a:ln w="0">
            <a:noFill/>
          </a:ln>
        </p:spPr>
      </p:sp>
      <p:sp>
        <p:nvSpPr>
          <p:cNvPr id="230" name="PlaceHolder 2"/>
          <p:cNvSpPr>
            <a:spLocks noGrp="1"/>
          </p:cNvSpPr>
          <p:nvPr>
            <p:ph type="body"/>
          </p:nvPr>
        </p:nvSpPr>
        <p:spPr>
          <a:xfrm>
            <a:off x="685800" y="4400640"/>
            <a:ext cx="5483160" cy="35971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31" name="PlaceHolder 3"/>
          <p:cNvSpPr>
            <a:spLocks noGrp="1"/>
          </p:cNvSpPr>
          <p:nvPr>
            <p:ph type="sldNum" idx="48"/>
          </p:nvPr>
        </p:nvSpPr>
        <p:spPr>
          <a:xfrm>
            <a:off x="3884760" y="8685360"/>
            <a:ext cx="2968560" cy="45540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773B3F5F-48F4-4300-9EDA-988D1BEE5CB1}" type="slidenum">
              <a:rPr b="0" lang="en-US" sz="1200" spc="-1" strike="noStrike">
                <a:solidFill>
                  <a:schemeClr val="dk1"/>
                </a:solidFill>
                <a:latin typeface="+mn-lt"/>
                <a:ea typeface="+mn-ea"/>
              </a:rPr>
              <a:t>31</a:t>
            </a:fld>
            <a:endParaRPr b="0" lang="en-US" sz="1200" spc="-1" strike="noStrike">
              <a:solidFill>
                <a:srgbClr val="000000"/>
              </a:solidFill>
              <a:latin typeface="Times New Roman"/>
            </a:endParaRPr>
          </a:p>
        </p:txBody>
      </p:sp>
      <p:sp>
        <p:nvSpPr>
          <p:cNvPr id="232" name="PlaceHolder 4"/>
          <p:cNvSpPr>
            <a:spLocks noGrp="1"/>
          </p:cNvSpPr>
          <p:nvPr>
            <p:ph type="dt" idx="49"/>
          </p:nvPr>
        </p:nvSpPr>
        <p:spPr>
          <a:xfrm>
            <a:off x="3884760" y="0"/>
            <a:ext cx="2968560" cy="45540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27CE349E-DEFC-4ACA-84A2-CB8EF8F5FEBF}" type="datetime1">
              <a:rPr b="0" lang="tr-TR" sz="1200" spc="-1" strike="noStrike">
                <a:solidFill>
                  <a:srgbClr val="000000"/>
                </a:solidFill>
                <a:latin typeface="Times New Roman"/>
              </a:rPr>
              <a:t>13.09.2025</a:t>
            </a:fld>
            <a:endParaRPr b="0" lang="en-US" sz="12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sldImg"/>
          </p:nvPr>
        </p:nvSpPr>
        <p:spPr>
          <a:xfrm>
            <a:off x="685800" y="1143000"/>
            <a:ext cx="5483160" cy="3083040"/>
          </a:xfrm>
          <a:prstGeom prst="rect">
            <a:avLst/>
          </a:prstGeom>
          <a:ln w="0">
            <a:noFill/>
          </a:ln>
        </p:spPr>
      </p:sp>
      <p:sp>
        <p:nvSpPr>
          <p:cNvPr id="234" name="PlaceHolder 2"/>
          <p:cNvSpPr>
            <a:spLocks noGrp="1"/>
          </p:cNvSpPr>
          <p:nvPr>
            <p:ph type="body"/>
          </p:nvPr>
        </p:nvSpPr>
        <p:spPr>
          <a:xfrm>
            <a:off x="685800" y="4400640"/>
            <a:ext cx="5483160" cy="35971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35" name="PlaceHolder 3"/>
          <p:cNvSpPr>
            <a:spLocks noGrp="1"/>
          </p:cNvSpPr>
          <p:nvPr>
            <p:ph type="sldNum" idx="50"/>
          </p:nvPr>
        </p:nvSpPr>
        <p:spPr>
          <a:xfrm>
            <a:off x="3884760" y="8685360"/>
            <a:ext cx="2968560" cy="45540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1F9633EE-CE39-4D8A-9496-44CF7EA84372}" type="slidenum">
              <a:rPr b="0" lang="en-US" sz="1200" spc="-1" strike="noStrike">
                <a:solidFill>
                  <a:schemeClr val="dk1"/>
                </a:solidFill>
                <a:latin typeface="+mn-lt"/>
                <a:ea typeface="+mn-ea"/>
              </a:rPr>
              <a:t>31</a:t>
            </a:fld>
            <a:endParaRPr b="0" lang="en-US" sz="1200" spc="-1" strike="noStrike">
              <a:solidFill>
                <a:srgbClr val="000000"/>
              </a:solidFill>
              <a:latin typeface="Times New Roman"/>
            </a:endParaRPr>
          </a:p>
        </p:txBody>
      </p:sp>
      <p:sp>
        <p:nvSpPr>
          <p:cNvPr id="236" name="PlaceHolder 4"/>
          <p:cNvSpPr>
            <a:spLocks noGrp="1"/>
          </p:cNvSpPr>
          <p:nvPr>
            <p:ph type="dt" idx="51"/>
          </p:nvPr>
        </p:nvSpPr>
        <p:spPr>
          <a:xfrm>
            <a:off x="3884760" y="0"/>
            <a:ext cx="2968560" cy="45540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46D0832F-C1CD-48F6-85AB-4F7FD13C328D}" type="datetime1">
              <a:rPr b="0" lang="tr-TR" sz="1200" spc="-1" strike="noStrike">
                <a:solidFill>
                  <a:srgbClr val="000000"/>
                </a:solidFill>
                <a:latin typeface="Times New Roman"/>
              </a:rPr>
              <a:t>13.09.2025</a:t>
            </a:fld>
            <a:endParaRPr b="0" lang="en-US" sz="1200" spc="-1" strike="noStrike">
              <a:solidFill>
                <a:srgbClr val="000000"/>
              </a:solidFill>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 name="PlaceHolder 1"/>
          <p:cNvSpPr>
            <a:spLocks noGrp="1"/>
          </p:cNvSpPr>
          <p:nvPr>
            <p:ph type="sldImg"/>
          </p:nvPr>
        </p:nvSpPr>
        <p:spPr>
          <a:xfrm>
            <a:off x="685800" y="1143000"/>
            <a:ext cx="5483160" cy="3083040"/>
          </a:xfrm>
          <a:prstGeom prst="rect">
            <a:avLst/>
          </a:prstGeom>
          <a:ln w="0">
            <a:noFill/>
          </a:ln>
        </p:spPr>
      </p:sp>
      <p:sp>
        <p:nvSpPr>
          <p:cNvPr id="238" name="PlaceHolder 2"/>
          <p:cNvSpPr>
            <a:spLocks noGrp="1"/>
          </p:cNvSpPr>
          <p:nvPr>
            <p:ph type="body"/>
          </p:nvPr>
        </p:nvSpPr>
        <p:spPr>
          <a:xfrm>
            <a:off x="685800" y="4400640"/>
            <a:ext cx="5483160" cy="35971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39" name="PlaceHolder 3"/>
          <p:cNvSpPr>
            <a:spLocks noGrp="1"/>
          </p:cNvSpPr>
          <p:nvPr>
            <p:ph type="sldNum" idx="52"/>
          </p:nvPr>
        </p:nvSpPr>
        <p:spPr>
          <a:xfrm>
            <a:off x="3884760" y="8685360"/>
            <a:ext cx="2968560" cy="45540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27C81477-2812-4C79-8C69-B5EBD36C0CA2}" type="slidenum">
              <a:rPr b="0" lang="en-US" sz="1200" spc="-1" strike="noStrike">
                <a:solidFill>
                  <a:schemeClr val="dk1"/>
                </a:solidFill>
                <a:latin typeface="+mn-lt"/>
                <a:ea typeface="+mn-ea"/>
              </a:rPr>
              <a:t>31</a:t>
            </a:fld>
            <a:endParaRPr b="0" lang="en-US" sz="1200" spc="-1" strike="noStrike">
              <a:solidFill>
                <a:srgbClr val="000000"/>
              </a:solidFill>
              <a:latin typeface="Times New Roman"/>
            </a:endParaRPr>
          </a:p>
        </p:txBody>
      </p:sp>
      <p:sp>
        <p:nvSpPr>
          <p:cNvPr id="240" name="PlaceHolder 4"/>
          <p:cNvSpPr>
            <a:spLocks noGrp="1"/>
          </p:cNvSpPr>
          <p:nvPr>
            <p:ph type="dt" idx="53"/>
          </p:nvPr>
        </p:nvSpPr>
        <p:spPr>
          <a:xfrm>
            <a:off x="3884760" y="0"/>
            <a:ext cx="2968560" cy="45540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A1E73977-66E5-499B-971B-71272E6A3B1B}" type="datetime1">
              <a:rPr b="0" lang="tr-TR" sz="1200" spc="-1" strike="noStrike">
                <a:solidFill>
                  <a:srgbClr val="000000"/>
                </a:solidFill>
                <a:latin typeface="Times New Roman"/>
              </a:rPr>
              <a:t>13.09.2025</a:t>
            </a:fld>
            <a:endParaRPr b="0" lang="en-US" sz="1200" spc="-1" strike="noStrike">
              <a:solidFill>
                <a:srgbClr val="000000"/>
              </a:solidFill>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sldImg"/>
          </p:nvPr>
        </p:nvSpPr>
        <p:spPr>
          <a:xfrm>
            <a:off x="685800" y="1143000"/>
            <a:ext cx="5483160" cy="3083040"/>
          </a:xfrm>
          <a:prstGeom prst="rect">
            <a:avLst/>
          </a:prstGeom>
          <a:ln w="0">
            <a:noFill/>
          </a:ln>
        </p:spPr>
      </p:sp>
      <p:sp>
        <p:nvSpPr>
          <p:cNvPr id="242" name="PlaceHolder 2"/>
          <p:cNvSpPr>
            <a:spLocks noGrp="1"/>
          </p:cNvSpPr>
          <p:nvPr>
            <p:ph type="body"/>
          </p:nvPr>
        </p:nvSpPr>
        <p:spPr>
          <a:xfrm>
            <a:off x="685800" y="4400640"/>
            <a:ext cx="5483160" cy="35971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43" name="PlaceHolder 3"/>
          <p:cNvSpPr>
            <a:spLocks noGrp="1"/>
          </p:cNvSpPr>
          <p:nvPr>
            <p:ph type="sldNum" idx="54"/>
          </p:nvPr>
        </p:nvSpPr>
        <p:spPr>
          <a:xfrm>
            <a:off x="3884760" y="8685360"/>
            <a:ext cx="2968560" cy="45540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DE08BBB0-9D4C-4244-B93B-35E749DA5CC3}" type="slidenum">
              <a:rPr b="0" lang="en-US" sz="1200" spc="-1" strike="noStrike">
                <a:solidFill>
                  <a:schemeClr val="dk1"/>
                </a:solidFill>
                <a:latin typeface="+mn-lt"/>
                <a:ea typeface="+mn-ea"/>
              </a:rPr>
              <a:t>31</a:t>
            </a:fld>
            <a:endParaRPr b="0" lang="en-US" sz="1200" spc="-1" strike="noStrike">
              <a:solidFill>
                <a:srgbClr val="000000"/>
              </a:solidFill>
              <a:latin typeface="Times New Roman"/>
            </a:endParaRPr>
          </a:p>
        </p:txBody>
      </p:sp>
      <p:sp>
        <p:nvSpPr>
          <p:cNvPr id="244" name="PlaceHolder 4"/>
          <p:cNvSpPr>
            <a:spLocks noGrp="1"/>
          </p:cNvSpPr>
          <p:nvPr>
            <p:ph type="dt" idx="55"/>
          </p:nvPr>
        </p:nvSpPr>
        <p:spPr>
          <a:xfrm>
            <a:off x="3884760" y="0"/>
            <a:ext cx="2968560" cy="45540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9738BF24-F0CD-4E00-81E0-6A184F7EFC18}" type="datetime1">
              <a:rPr b="0" lang="tr-TR" sz="1200" spc="-1" strike="noStrike">
                <a:solidFill>
                  <a:srgbClr val="000000"/>
                </a:solidFill>
                <a:latin typeface="Times New Roman"/>
              </a:rPr>
              <a:t>13.09.2025</a:t>
            </a:fld>
            <a:endParaRPr b="0" lang="en-US" sz="1200" spc="-1" strike="noStrike">
              <a:solidFill>
                <a:srgbClr val="000000"/>
              </a:solidFill>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PlaceHolder 1"/>
          <p:cNvSpPr>
            <a:spLocks noGrp="1"/>
          </p:cNvSpPr>
          <p:nvPr>
            <p:ph type="sldImg"/>
          </p:nvPr>
        </p:nvSpPr>
        <p:spPr>
          <a:xfrm>
            <a:off x="685800" y="1143000"/>
            <a:ext cx="5483160" cy="3083040"/>
          </a:xfrm>
          <a:prstGeom prst="rect">
            <a:avLst/>
          </a:prstGeom>
          <a:ln w="0">
            <a:noFill/>
          </a:ln>
        </p:spPr>
      </p:sp>
      <p:sp>
        <p:nvSpPr>
          <p:cNvPr id="246" name="PlaceHolder 2"/>
          <p:cNvSpPr>
            <a:spLocks noGrp="1"/>
          </p:cNvSpPr>
          <p:nvPr>
            <p:ph type="body"/>
          </p:nvPr>
        </p:nvSpPr>
        <p:spPr>
          <a:xfrm>
            <a:off x="685800" y="4400640"/>
            <a:ext cx="5483160" cy="35971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47" name="PlaceHolder 3"/>
          <p:cNvSpPr>
            <a:spLocks noGrp="1"/>
          </p:cNvSpPr>
          <p:nvPr>
            <p:ph type="sldNum" idx="56"/>
          </p:nvPr>
        </p:nvSpPr>
        <p:spPr>
          <a:xfrm>
            <a:off x="3884760" y="8685360"/>
            <a:ext cx="2968560" cy="45540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7CDAD19A-B8C5-4F9F-9862-36292C3817EF}" type="slidenum">
              <a:rPr b="0" lang="en-US" sz="1200" spc="-1" strike="noStrike">
                <a:solidFill>
                  <a:schemeClr val="dk1"/>
                </a:solidFill>
                <a:latin typeface="+mn-lt"/>
                <a:ea typeface="+mn-ea"/>
              </a:rPr>
              <a:t>31</a:t>
            </a:fld>
            <a:endParaRPr b="0" lang="en-US" sz="1200" spc="-1" strike="noStrike">
              <a:solidFill>
                <a:srgbClr val="000000"/>
              </a:solidFill>
              <a:latin typeface="Times New Roman"/>
            </a:endParaRPr>
          </a:p>
        </p:txBody>
      </p:sp>
      <p:sp>
        <p:nvSpPr>
          <p:cNvPr id="248" name="PlaceHolder 4"/>
          <p:cNvSpPr>
            <a:spLocks noGrp="1"/>
          </p:cNvSpPr>
          <p:nvPr>
            <p:ph type="dt" idx="57"/>
          </p:nvPr>
        </p:nvSpPr>
        <p:spPr>
          <a:xfrm>
            <a:off x="3884760" y="0"/>
            <a:ext cx="2968560" cy="45540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8687A408-7BC1-4EBD-8D44-7F5648636A20}" type="datetime1">
              <a:rPr b="0" lang="tr-TR" sz="1200" spc="-1" strike="noStrike">
                <a:solidFill>
                  <a:srgbClr val="000000"/>
                </a:solidFill>
                <a:latin typeface="Times New Roman"/>
              </a:rPr>
              <a:t>13.09.2025</a:t>
            </a:fld>
            <a:endParaRPr b="0" lang="en-US" sz="1200" spc="-1" strike="noStrike">
              <a:solidFill>
                <a:srgbClr val="000000"/>
              </a:solidFill>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PlaceHolder 1"/>
          <p:cNvSpPr>
            <a:spLocks noGrp="1"/>
          </p:cNvSpPr>
          <p:nvPr>
            <p:ph type="sldImg"/>
          </p:nvPr>
        </p:nvSpPr>
        <p:spPr>
          <a:xfrm>
            <a:off x="685800" y="1143000"/>
            <a:ext cx="5483160" cy="3083040"/>
          </a:xfrm>
          <a:prstGeom prst="rect">
            <a:avLst/>
          </a:prstGeom>
          <a:ln w="0">
            <a:noFill/>
          </a:ln>
        </p:spPr>
      </p:sp>
      <p:sp>
        <p:nvSpPr>
          <p:cNvPr id="250" name="PlaceHolder 2"/>
          <p:cNvSpPr>
            <a:spLocks noGrp="1"/>
          </p:cNvSpPr>
          <p:nvPr>
            <p:ph type="body"/>
          </p:nvPr>
        </p:nvSpPr>
        <p:spPr>
          <a:xfrm>
            <a:off x="685800" y="4400640"/>
            <a:ext cx="5483160" cy="35971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51" name="PlaceHolder 3"/>
          <p:cNvSpPr>
            <a:spLocks noGrp="1"/>
          </p:cNvSpPr>
          <p:nvPr>
            <p:ph type="sldNum" idx="58"/>
          </p:nvPr>
        </p:nvSpPr>
        <p:spPr>
          <a:xfrm>
            <a:off x="3884760" y="8685360"/>
            <a:ext cx="2968560" cy="45540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AF676DF5-741A-4BBA-9C9A-20CCF9B8AAE9}" type="slidenum">
              <a:rPr b="0" lang="en-US" sz="1200" spc="-1" strike="noStrike">
                <a:solidFill>
                  <a:schemeClr val="dk1"/>
                </a:solidFill>
                <a:latin typeface="+mn-lt"/>
                <a:ea typeface="+mn-ea"/>
              </a:rPr>
              <a:t>31</a:t>
            </a:fld>
            <a:endParaRPr b="0" lang="en-US" sz="1200" spc="-1" strike="noStrike">
              <a:solidFill>
                <a:srgbClr val="000000"/>
              </a:solidFill>
              <a:latin typeface="Times New Roman"/>
            </a:endParaRPr>
          </a:p>
        </p:txBody>
      </p:sp>
      <p:sp>
        <p:nvSpPr>
          <p:cNvPr id="252" name="PlaceHolder 4"/>
          <p:cNvSpPr>
            <a:spLocks noGrp="1"/>
          </p:cNvSpPr>
          <p:nvPr>
            <p:ph type="dt" idx="59"/>
          </p:nvPr>
        </p:nvSpPr>
        <p:spPr>
          <a:xfrm>
            <a:off x="3884760" y="0"/>
            <a:ext cx="2968560" cy="45540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6F336969-A0ED-4D87-BFB4-E771CD06BF7F}" type="datetime1">
              <a:rPr b="0" lang="tr-TR" sz="1200" spc="-1" strike="noStrike">
                <a:solidFill>
                  <a:srgbClr val="000000"/>
                </a:solidFill>
                <a:latin typeface="Times New Roman"/>
              </a:rPr>
              <a:t>13.09.2025</a:t>
            </a:fld>
            <a:endParaRPr b="0" lang="en-US" sz="1200" spc="-1" strike="noStrike">
              <a:solidFill>
                <a:srgbClr val="000000"/>
              </a:solidFill>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PlaceHolder 1"/>
          <p:cNvSpPr>
            <a:spLocks noGrp="1"/>
          </p:cNvSpPr>
          <p:nvPr>
            <p:ph type="sldImg"/>
          </p:nvPr>
        </p:nvSpPr>
        <p:spPr>
          <a:xfrm>
            <a:off x="685800" y="1143000"/>
            <a:ext cx="5483160" cy="3083040"/>
          </a:xfrm>
          <a:prstGeom prst="rect">
            <a:avLst/>
          </a:prstGeom>
          <a:ln w="0">
            <a:noFill/>
          </a:ln>
        </p:spPr>
      </p:sp>
      <p:sp>
        <p:nvSpPr>
          <p:cNvPr id="254" name="PlaceHolder 2"/>
          <p:cNvSpPr>
            <a:spLocks noGrp="1"/>
          </p:cNvSpPr>
          <p:nvPr>
            <p:ph type="body"/>
          </p:nvPr>
        </p:nvSpPr>
        <p:spPr>
          <a:xfrm>
            <a:off x="685800" y="4400640"/>
            <a:ext cx="5483160" cy="35971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55" name="PlaceHolder 3"/>
          <p:cNvSpPr>
            <a:spLocks noGrp="1"/>
          </p:cNvSpPr>
          <p:nvPr>
            <p:ph type="sldNum" idx="60"/>
          </p:nvPr>
        </p:nvSpPr>
        <p:spPr>
          <a:xfrm>
            <a:off x="3884760" y="8685360"/>
            <a:ext cx="2968560" cy="45540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5EC37D36-9C95-4640-8ABA-A5FF0B3A4880}" type="slidenum">
              <a:rPr b="0" lang="en-US" sz="1200" spc="-1" strike="noStrike">
                <a:solidFill>
                  <a:schemeClr val="dk1"/>
                </a:solidFill>
                <a:latin typeface="+mn-lt"/>
                <a:ea typeface="+mn-ea"/>
              </a:rPr>
              <a:t>31</a:t>
            </a:fld>
            <a:endParaRPr b="0" lang="en-US" sz="1200" spc="-1" strike="noStrike">
              <a:solidFill>
                <a:srgbClr val="000000"/>
              </a:solidFill>
              <a:latin typeface="Times New Roman"/>
            </a:endParaRPr>
          </a:p>
        </p:txBody>
      </p:sp>
      <p:sp>
        <p:nvSpPr>
          <p:cNvPr id="256" name="PlaceHolder 4"/>
          <p:cNvSpPr>
            <a:spLocks noGrp="1"/>
          </p:cNvSpPr>
          <p:nvPr>
            <p:ph type="dt" idx="61"/>
          </p:nvPr>
        </p:nvSpPr>
        <p:spPr>
          <a:xfrm>
            <a:off x="3884760" y="0"/>
            <a:ext cx="2968560" cy="45540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BA718E7F-278A-408B-AF27-177DD976D111}" type="datetime1">
              <a:rPr b="0" lang="tr-TR" sz="1200" spc="-1" strike="noStrike">
                <a:solidFill>
                  <a:srgbClr val="000000"/>
                </a:solidFill>
                <a:latin typeface="Times New Roman"/>
              </a:rPr>
              <a:t>13.09.2025</a:t>
            </a:fld>
            <a:endParaRPr b="0" lang="en-US" sz="1200" spc="-1" strike="noStrike">
              <a:solidFill>
                <a:srgbClr val="000000"/>
              </a:solidFill>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PlaceHolder 1"/>
          <p:cNvSpPr>
            <a:spLocks noGrp="1"/>
          </p:cNvSpPr>
          <p:nvPr>
            <p:ph type="sldImg"/>
          </p:nvPr>
        </p:nvSpPr>
        <p:spPr>
          <a:xfrm>
            <a:off x="685800" y="1143000"/>
            <a:ext cx="5483160" cy="3083040"/>
          </a:xfrm>
          <a:prstGeom prst="rect">
            <a:avLst/>
          </a:prstGeom>
          <a:ln w="0">
            <a:noFill/>
          </a:ln>
        </p:spPr>
      </p:sp>
      <p:sp>
        <p:nvSpPr>
          <p:cNvPr id="258" name="PlaceHolder 2"/>
          <p:cNvSpPr>
            <a:spLocks noGrp="1"/>
          </p:cNvSpPr>
          <p:nvPr>
            <p:ph type="body"/>
          </p:nvPr>
        </p:nvSpPr>
        <p:spPr>
          <a:xfrm>
            <a:off x="685800" y="4400640"/>
            <a:ext cx="5483160" cy="35971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59" name="PlaceHolder 3"/>
          <p:cNvSpPr>
            <a:spLocks noGrp="1"/>
          </p:cNvSpPr>
          <p:nvPr>
            <p:ph type="sldNum" idx="62"/>
          </p:nvPr>
        </p:nvSpPr>
        <p:spPr>
          <a:xfrm>
            <a:off x="3884760" y="8685360"/>
            <a:ext cx="2968560" cy="45540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57EE9A0A-44BD-4286-87CD-749C8536FA5A}" type="slidenum">
              <a:rPr b="0" lang="en-US" sz="1200" spc="-1" strike="noStrike">
                <a:solidFill>
                  <a:schemeClr val="dk1"/>
                </a:solidFill>
                <a:latin typeface="+mn-lt"/>
                <a:ea typeface="+mn-ea"/>
              </a:rPr>
              <a:t>31</a:t>
            </a:fld>
            <a:endParaRPr b="0" lang="en-US" sz="1200" spc="-1" strike="noStrike">
              <a:solidFill>
                <a:srgbClr val="000000"/>
              </a:solidFill>
              <a:latin typeface="Times New Roman"/>
            </a:endParaRPr>
          </a:p>
        </p:txBody>
      </p:sp>
      <p:sp>
        <p:nvSpPr>
          <p:cNvPr id="260" name="PlaceHolder 4"/>
          <p:cNvSpPr>
            <a:spLocks noGrp="1"/>
          </p:cNvSpPr>
          <p:nvPr>
            <p:ph type="dt" idx="63"/>
          </p:nvPr>
        </p:nvSpPr>
        <p:spPr>
          <a:xfrm>
            <a:off x="3884760" y="0"/>
            <a:ext cx="2968560" cy="45540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053FF0B5-DA13-4AF3-8C6E-ACF9EBC9FB3A}" type="datetime1">
              <a:rPr b="0" lang="tr-TR" sz="1200" spc="-1" strike="noStrike">
                <a:solidFill>
                  <a:srgbClr val="000000"/>
                </a:solidFill>
                <a:latin typeface="Times New Roman"/>
              </a:rPr>
              <a:t>13.09.2025</a:t>
            </a:fld>
            <a:endParaRPr b="0" lang="en-US" sz="1200" spc="-1" strike="noStrike">
              <a:solidFill>
                <a:srgbClr val="000000"/>
              </a:solidFill>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PlaceHolder 1"/>
          <p:cNvSpPr>
            <a:spLocks noGrp="1"/>
          </p:cNvSpPr>
          <p:nvPr>
            <p:ph type="sldImg"/>
          </p:nvPr>
        </p:nvSpPr>
        <p:spPr>
          <a:xfrm>
            <a:off x="685800" y="1143000"/>
            <a:ext cx="5483160" cy="3083040"/>
          </a:xfrm>
          <a:prstGeom prst="rect">
            <a:avLst/>
          </a:prstGeom>
          <a:ln w="0">
            <a:noFill/>
          </a:ln>
        </p:spPr>
      </p:sp>
      <p:sp>
        <p:nvSpPr>
          <p:cNvPr id="262" name="PlaceHolder 2"/>
          <p:cNvSpPr>
            <a:spLocks noGrp="1"/>
          </p:cNvSpPr>
          <p:nvPr>
            <p:ph type="body"/>
          </p:nvPr>
        </p:nvSpPr>
        <p:spPr>
          <a:xfrm>
            <a:off x="685800" y="4400640"/>
            <a:ext cx="5483160" cy="35971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63" name="PlaceHolder 3"/>
          <p:cNvSpPr>
            <a:spLocks noGrp="1"/>
          </p:cNvSpPr>
          <p:nvPr>
            <p:ph type="sldNum" idx="64"/>
          </p:nvPr>
        </p:nvSpPr>
        <p:spPr>
          <a:xfrm>
            <a:off x="3884760" y="8685360"/>
            <a:ext cx="2968560" cy="45540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FFEC44F4-1F91-4174-AEF0-F6B83B0724B9}" type="slidenum">
              <a:rPr b="0" lang="en-US" sz="1200" spc="-1" strike="noStrike">
                <a:solidFill>
                  <a:schemeClr val="dk1"/>
                </a:solidFill>
                <a:latin typeface="+mn-lt"/>
                <a:ea typeface="+mn-ea"/>
              </a:rPr>
              <a:t>31</a:t>
            </a:fld>
            <a:endParaRPr b="0" lang="en-US" sz="1200" spc="-1" strike="noStrike">
              <a:solidFill>
                <a:srgbClr val="000000"/>
              </a:solidFill>
              <a:latin typeface="Times New Roman"/>
            </a:endParaRPr>
          </a:p>
        </p:txBody>
      </p:sp>
      <p:sp>
        <p:nvSpPr>
          <p:cNvPr id="264" name="PlaceHolder 4"/>
          <p:cNvSpPr>
            <a:spLocks noGrp="1"/>
          </p:cNvSpPr>
          <p:nvPr>
            <p:ph type="dt" idx="65"/>
          </p:nvPr>
        </p:nvSpPr>
        <p:spPr>
          <a:xfrm>
            <a:off x="3884760" y="0"/>
            <a:ext cx="2968560" cy="45540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EA3E300C-9647-4405-A93B-AAB88692DE26}" type="datetime1">
              <a:rPr b="0" lang="tr-TR" sz="1200" spc="-1" strike="noStrike">
                <a:solidFill>
                  <a:srgbClr val="000000"/>
                </a:solidFill>
                <a:latin typeface="Times New Roman"/>
              </a:rPr>
              <a:t>13.09.2025</a:t>
            </a:fld>
            <a:endParaRPr b="0" lang="en-US" sz="1200" spc="-1" strike="noStrike">
              <a:solidFill>
                <a:srgbClr val="000000"/>
              </a:solidFill>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PlaceHolder 1"/>
          <p:cNvSpPr>
            <a:spLocks noGrp="1"/>
          </p:cNvSpPr>
          <p:nvPr>
            <p:ph type="sldImg"/>
          </p:nvPr>
        </p:nvSpPr>
        <p:spPr>
          <a:xfrm>
            <a:off x="685800" y="1143000"/>
            <a:ext cx="5483160" cy="3083040"/>
          </a:xfrm>
          <a:prstGeom prst="rect">
            <a:avLst/>
          </a:prstGeom>
          <a:ln w="0">
            <a:noFill/>
          </a:ln>
        </p:spPr>
      </p:sp>
      <p:sp>
        <p:nvSpPr>
          <p:cNvPr id="266" name="PlaceHolder 2"/>
          <p:cNvSpPr>
            <a:spLocks noGrp="1"/>
          </p:cNvSpPr>
          <p:nvPr>
            <p:ph type="body"/>
          </p:nvPr>
        </p:nvSpPr>
        <p:spPr>
          <a:xfrm>
            <a:off x="685800" y="4400640"/>
            <a:ext cx="5483160" cy="35971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67" name="PlaceHolder 3"/>
          <p:cNvSpPr>
            <a:spLocks noGrp="1"/>
          </p:cNvSpPr>
          <p:nvPr>
            <p:ph type="sldNum" idx="66"/>
          </p:nvPr>
        </p:nvSpPr>
        <p:spPr>
          <a:xfrm>
            <a:off x="3884760" y="8685360"/>
            <a:ext cx="2968560" cy="45540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EA28DBA4-C5D9-4DA3-9291-98D99E7302C8}" type="slidenum">
              <a:rPr b="0" lang="en-US" sz="1200" spc="-1" strike="noStrike">
                <a:solidFill>
                  <a:schemeClr val="dk1"/>
                </a:solidFill>
                <a:latin typeface="+mn-lt"/>
                <a:ea typeface="+mn-ea"/>
              </a:rPr>
              <a:t>31</a:t>
            </a:fld>
            <a:endParaRPr b="0" lang="en-US" sz="1200" spc="-1" strike="noStrike">
              <a:solidFill>
                <a:srgbClr val="000000"/>
              </a:solidFill>
              <a:latin typeface="Times New Roman"/>
            </a:endParaRPr>
          </a:p>
        </p:txBody>
      </p:sp>
      <p:sp>
        <p:nvSpPr>
          <p:cNvPr id="268" name="PlaceHolder 4"/>
          <p:cNvSpPr>
            <a:spLocks noGrp="1"/>
          </p:cNvSpPr>
          <p:nvPr>
            <p:ph type="dt" idx="67"/>
          </p:nvPr>
        </p:nvSpPr>
        <p:spPr>
          <a:xfrm>
            <a:off x="3884760" y="0"/>
            <a:ext cx="2968560" cy="45540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00ADB5A1-1E99-4DD8-BFC2-0C0C30A7A405}" type="datetime1">
              <a:rPr b="0" lang="tr-TR" sz="1200" spc="-1" strike="noStrike">
                <a:solidFill>
                  <a:srgbClr val="000000"/>
                </a:solidFill>
                <a:latin typeface="Times New Roman"/>
              </a:rPr>
              <a:t>13.09.2025</a:t>
            </a:fld>
            <a:endParaRPr b="0" lang="en-US" sz="1200" spc="-1" strike="noStrike">
              <a:solidFill>
                <a:srgbClr val="000000"/>
              </a:solidFill>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9" name="PlaceHolder 1"/>
          <p:cNvSpPr>
            <a:spLocks noGrp="1"/>
          </p:cNvSpPr>
          <p:nvPr>
            <p:ph type="sldImg"/>
          </p:nvPr>
        </p:nvSpPr>
        <p:spPr>
          <a:xfrm>
            <a:off x="685800" y="1143000"/>
            <a:ext cx="5483160" cy="3083040"/>
          </a:xfrm>
          <a:prstGeom prst="rect">
            <a:avLst/>
          </a:prstGeom>
          <a:ln w="0">
            <a:noFill/>
          </a:ln>
        </p:spPr>
      </p:sp>
      <p:sp>
        <p:nvSpPr>
          <p:cNvPr id="270" name="PlaceHolder 2"/>
          <p:cNvSpPr>
            <a:spLocks noGrp="1"/>
          </p:cNvSpPr>
          <p:nvPr>
            <p:ph type="body"/>
          </p:nvPr>
        </p:nvSpPr>
        <p:spPr>
          <a:xfrm>
            <a:off x="685800" y="4400640"/>
            <a:ext cx="5483160" cy="35971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1" name="PlaceHolder 3"/>
          <p:cNvSpPr>
            <a:spLocks noGrp="1"/>
          </p:cNvSpPr>
          <p:nvPr>
            <p:ph type="sldNum" idx="68"/>
          </p:nvPr>
        </p:nvSpPr>
        <p:spPr>
          <a:xfrm>
            <a:off x="3884760" y="8685360"/>
            <a:ext cx="2968560" cy="45540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1B4A38B6-4642-4CEB-83A8-9C629E33E999}" type="slidenum">
              <a:rPr b="0" lang="en-US" sz="1200" spc="-1" strike="noStrike">
                <a:solidFill>
                  <a:schemeClr val="dk1"/>
                </a:solidFill>
                <a:latin typeface="+mn-lt"/>
                <a:ea typeface="+mn-ea"/>
              </a:rPr>
              <a:t>31</a:t>
            </a:fld>
            <a:endParaRPr b="0" lang="en-US" sz="1200" spc="-1" strike="noStrike">
              <a:solidFill>
                <a:srgbClr val="000000"/>
              </a:solidFill>
              <a:latin typeface="Times New Roman"/>
            </a:endParaRPr>
          </a:p>
        </p:txBody>
      </p:sp>
      <p:sp>
        <p:nvSpPr>
          <p:cNvPr id="272" name="PlaceHolder 4"/>
          <p:cNvSpPr>
            <a:spLocks noGrp="1"/>
          </p:cNvSpPr>
          <p:nvPr>
            <p:ph type="dt" idx="69"/>
          </p:nvPr>
        </p:nvSpPr>
        <p:spPr>
          <a:xfrm>
            <a:off x="3884760" y="0"/>
            <a:ext cx="2968560" cy="45540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F2E0F673-38FF-4551-BE51-8F37B6434A7B}" type="datetime1">
              <a:rPr b="0" lang="tr-TR" sz="1200" spc="-1" strike="noStrike">
                <a:solidFill>
                  <a:srgbClr val="000000"/>
                </a:solidFill>
                <a:latin typeface="Times New Roman"/>
              </a:rPr>
              <a:t>13.09.2025</a:t>
            </a:fld>
            <a:endParaRPr b="0" lang="en-US" sz="1200" spc="-1" strike="noStrike">
              <a:solidFill>
                <a:srgbClr val="000000"/>
              </a:solidFill>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 name="PlaceHolder 1"/>
          <p:cNvSpPr>
            <a:spLocks noGrp="1"/>
          </p:cNvSpPr>
          <p:nvPr>
            <p:ph type="sldImg"/>
          </p:nvPr>
        </p:nvSpPr>
        <p:spPr>
          <a:xfrm>
            <a:off x="685800" y="1143000"/>
            <a:ext cx="5483160" cy="3083040"/>
          </a:xfrm>
          <a:prstGeom prst="rect">
            <a:avLst/>
          </a:prstGeom>
          <a:ln w="0">
            <a:noFill/>
          </a:ln>
        </p:spPr>
      </p:sp>
      <p:sp>
        <p:nvSpPr>
          <p:cNvPr id="274" name="PlaceHolder 2"/>
          <p:cNvSpPr>
            <a:spLocks noGrp="1"/>
          </p:cNvSpPr>
          <p:nvPr>
            <p:ph type="body"/>
          </p:nvPr>
        </p:nvSpPr>
        <p:spPr>
          <a:xfrm>
            <a:off x="685800" y="4400640"/>
            <a:ext cx="5483160" cy="35971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Immutable: cannot be changed</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p:txBody>
      </p:sp>
      <p:sp>
        <p:nvSpPr>
          <p:cNvPr id="275" name="PlaceHolder 3"/>
          <p:cNvSpPr>
            <a:spLocks noGrp="1"/>
          </p:cNvSpPr>
          <p:nvPr>
            <p:ph type="sldNum" idx="70"/>
          </p:nvPr>
        </p:nvSpPr>
        <p:spPr>
          <a:xfrm>
            <a:off x="3884760" y="8685360"/>
            <a:ext cx="2968560" cy="45540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EFE2FECC-055E-45CE-B0E6-25012578BC2A}" type="slidenum">
              <a:rPr b="0" lang="en-US" sz="1200" spc="-1" strike="noStrike">
                <a:solidFill>
                  <a:srgbClr val="000000"/>
                </a:solidFill>
                <a:latin typeface="Times New Roman"/>
              </a:rPr>
              <a:t>31</a:t>
            </a:fld>
            <a:endParaRPr b="0" lang="en-US" sz="1200" spc="-1" strike="noStrike">
              <a:solidFill>
                <a:srgbClr val="000000"/>
              </a:solidFill>
              <a:latin typeface="Times New Roman"/>
            </a:endParaRPr>
          </a:p>
        </p:txBody>
      </p:sp>
      <p:sp>
        <p:nvSpPr>
          <p:cNvPr id="276" name="PlaceHolder 4"/>
          <p:cNvSpPr>
            <a:spLocks noGrp="1"/>
          </p:cNvSpPr>
          <p:nvPr>
            <p:ph type="dt" idx="71"/>
          </p:nvPr>
        </p:nvSpPr>
        <p:spPr>
          <a:xfrm>
            <a:off x="3884760" y="0"/>
            <a:ext cx="2968560" cy="45540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A1ACCBBA-CE82-4284-A2AF-105976DD6E30}" type="datetime1">
              <a:rPr b="0" lang="tr-TR" sz="1200" spc="-1" strike="noStrike">
                <a:solidFill>
                  <a:srgbClr val="000000"/>
                </a:solidFill>
                <a:latin typeface="Times New Roman"/>
              </a:rPr>
              <a:t>13.09.2025</a:t>
            </a:fld>
            <a:endParaRPr b="0" lang="en-US" sz="1200" spc="-1" strike="noStrike">
              <a:solidFill>
                <a:srgbClr val="000000"/>
              </a:solidFill>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 name="PlaceHolder 1"/>
          <p:cNvSpPr>
            <a:spLocks noGrp="1"/>
          </p:cNvSpPr>
          <p:nvPr>
            <p:ph type="sldImg"/>
          </p:nvPr>
        </p:nvSpPr>
        <p:spPr>
          <a:xfrm>
            <a:off x="685800" y="1143000"/>
            <a:ext cx="5483160" cy="3083040"/>
          </a:xfrm>
          <a:prstGeom prst="rect">
            <a:avLst/>
          </a:prstGeom>
          <a:ln w="0">
            <a:noFill/>
          </a:ln>
        </p:spPr>
      </p:sp>
      <p:sp>
        <p:nvSpPr>
          <p:cNvPr id="278" name="PlaceHolder 2"/>
          <p:cNvSpPr>
            <a:spLocks noGrp="1"/>
          </p:cNvSpPr>
          <p:nvPr>
            <p:ph type="body"/>
          </p:nvPr>
        </p:nvSpPr>
        <p:spPr>
          <a:xfrm>
            <a:off x="685800" y="4400640"/>
            <a:ext cx="5483160" cy="35971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9" name="PlaceHolder 3"/>
          <p:cNvSpPr>
            <a:spLocks noGrp="1"/>
          </p:cNvSpPr>
          <p:nvPr>
            <p:ph type="sldNum" idx="72"/>
          </p:nvPr>
        </p:nvSpPr>
        <p:spPr>
          <a:xfrm>
            <a:off x="3884760" y="8685360"/>
            <a:ext cx="2968560" cy="45540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B8C71AA8-6271-4260-89CD-CD0229054379}" type="slidenum">
              <a:rPr b="0" lang="en-US" sz="1200" spc="-1" strike="noStrike">
                <a:solidFill>
                  <a:schemeClr val="dk1"/>
                </a:solidFill>
                <a:latin typeface="+mn-lt"/>
                <a:ea typeface="+mn-ea"/>
              </a:rPr>
              <a:t>31</a:t>
            </a:fld>
            <a:endParaRPr b="0" lang="en-US" sz="1200" spc="-1" strike="noStrike">
              <a:solidFill>
                <a:srgbClr val="000000"/>
              </a:solidFill>
              <a:latin typeface="Times New Roman"/>
            </a:endParaRPr>
          </a:p>
        </p:txBody>
      </p:sp>
      <p:sp>
        <p:nvSpPr>
          <p:cNvPr id="280" name="PlaceHolder 4"/>
          <p:cNvSpPr>
            <a:spLocks noGrp="1"/>
          </p:cNvSpPr>
          <p:nvPr>
            <p:ph type="dt" idx="73"/>
          </p:nvPr>
        </p:nvSpPr>
        <p:spPr>
          <a:xfrm>
            <a:off x="3884760" y="0"/>
            <a:ext cx="2968560" cy="45540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33DFA67A-9C6C-4D8C-ADA4-CA6A17C4AB41}" type="datetime1">
              <a:rPr b="0" lang="tr-TR" sz="1200" spc="-1" strike="noStrike">
                <a:solidFill>
                  <a:srgbClr val="000000"/>
                </a:solidFill>
                <a:latin typeface="Times New Roman"/>
              </a:rPr>
              <a:t>13.09.2025</a:t>
            </a:fld>
            <a:endParaRPr b="0" lang="en-US" sz="1200" spc="-1" strike="noStrike">
              <a:solidFill>
                <a:srgbClr val="000000"/>
              </a:solidFill>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PlaceHolder 1"/>
          <p:cNvSpPr>
            <a:spLocks noGrp="1"/>
          </p:cNvSpPr>
          <p:nvPr>
            <p:ph type="sldImg"/>
          </p:nvPr>
        </p:nvSpPr>
        <p:spPr>
          <a:xfrm>
            <a:off x="685800" y="1143000"/>
            <a:ext cx="5483160" cy="3083040"/>
          </a:xfrm>
          <a:prstGeom prst="rect">
            <a:avLst/>
          </a:prstGeom>
          <a:ln w="0">
            <a:noFill/>
          </a:ln>
        </p:spPr>
      </p:sp>
      <p:sp>
        <p:nvSpPr>
          <p:cNvPr id="282" name="PlaceHolder 2"/>
          <p:cNvSpPr>
            <a:spLocks noGrp="1"/>
          </p:cNvSpPr>
          <p:nvPr>
            <p:ph type="body"/>
          </p:nvPr>
        </p:nvSpPr>
        <p:spPr>
          <a:xfrm>
            <a:off x="685800" y="4400640"/>
            <a:ext cx="5483160" cy="35971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3" name="PlaceHolder 3"/>
          <p:cNvSpPr>
            <a:spLocks noGrp="1"/>
          </p:cNvSpPr>
          <p:nvPr>
            <p:ph type="sldNum" idx="74"/>
          </p:nvPr>
        </p:nvSpPr>
        <p:spPr>
          <a:xfrm>
            <a:off x="3884760" y="8685360"/>
            <a:ext cx="2968560" cy="45540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27CFF744-BCA7-4B33-9D6C-BA8EBF647F83}" type="slidenum">
              <a:rPr b="0" lang="en-US" sz="1200" spc="-1" strike="noStrike">
                <a:solidFill>
                  <a:schemeClr val="dk1"/>
                </a:solidFill>
                <a:latin typeface="+mn-lt"/>
                <a:ea typeface="+mn-ea"/>
              </a:rPr>
              <a:t>31</a:t>
            </a:fld>
            <a:endParaRPr b="0" lang="en-US" sz="1200" spc="-1" strike="noStrike">
              <a:solidFill>
                <a:srgbClr val="000000"/>
              </a:solidFill>
              <a:latin typeface="Times New Roman"/>
            </a:endParaRPr>
          </a:p>
        </p:txBody>
      </p:sp>
      <p:sp>
        <p:nvSpPr>
          <p:cNvPr id="284" name="PlaceHolder 4"/>
          <p:cNvSpPr>
            <a:spLocks noGrp="1"/>
          </p:cNvSpPr>
          <p:nvPr>
            <p:ph type="dt" idx="75"/>
          </p:nvPr>
        </p:nvSpPr>
        <p:spPr>
          <a:xfrm>
            <a:off x="3884760" y="0"/>
            <a:ext cx="2968560" cy="45540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52DD11C2-E254-497C-8774-2F109C40A511}" type="datetime1">
              <a:rPr b="0" lang="tr-TR" sz="1200" spc="-1" strike="noStrike">
                <a:solidFill>
                  <a:srgbClr val="000000"/>
                </a:solidFill>
                <a:latin typeface="Times New Roman"/>
              </a:rPr>
              <a:t>13.09.2025</a:t>
            </a:fld>
            <a:endParaRPr b="0" lang="en-US" sz="1200" spc="-1" strike="noStrike">
              <a:solidFill>
                <a:srgbClr val="000000"/>
              </a:solidFill>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 name="PlaceHolder 1"/>
          <p:cNvSpPr>
            <a:spLocks noGrp="1"/>
          </p:cNvSpPr>
          <p:nvPr>
            <p:ph type="sldImg"/>
          </p:nvPr>
        </p:nvSpPr>
        <p:spPr>
          <a:xfrm>
            <a:off x="685800" y="1143000"/>
            <a:ext cx="5483160" cy="3083040"/>
          </a:xfrm>
          <a:prstGeom prst="rect">
            <a:avLst/>
          </a:prstGeom>
          <a:ln w="0">
            <a:noFill/>
          </a:ln>
        </p:spPr>
      </p:sp>
      <p:sp>
        <p:nvSpPr>
          <p:cNvPr id="286" name="PlaceHolder 2"/>
          <p:cNvSpPr>
            <a:spLocks noGrp="1"/>
          </p:cNvSpPr>
          <p:nvPr>
            <p:ph type="body"/>
          </p:nvPr>
        </p:nvSpPr>
        <p:spPr>
          <a:xfrm>
            <a:off x="685800" y="4400640"/>
            <a:ext cx="5483160" cy="35971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7" name="PlaceHolder 3"/>
          <p:cNvSpPr>
            <a:spLocks noGrp="1"/>
          </p:cNvSpPr>
          <p:nvPr>
            <p:ph type="sldNum" idx="76"/>
          </p:nvPr>
        </p:nvSpPr>
        <p:spPr>
          <a:xfrm>
            <a:off x="3884760" y="8685360"/>
            <a:ext cx="2968560" cy="45540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F2FC16E8-7AC1-498D-9AF3-583A22804313}" type="slidenum">
              <a:rPr b="0" lang="en-US" sz="1200" spc="-1" strike="noStrike">
                <a:solidFill>
                  <a:schemeClr val="dk1"/>
                </a:solidFill>
                <a:latin typeface="+mn-lt"/>
                <a:ea typeface="+mn-ea"/>
              </a:rPr>
              <a:t>31</a:t>
            </a:fld>
            <a:endParaRPr b="0" lang="en-US" sz="1200" spc="-1" strike="noStrike">
              <a:solidFill>
                <a:srgbClr val="000000"/>
              </a:solidFill>
              <a:latin typeface="Times New Roman"/>
            </a:endParaRPr>
          </a:p>
        </p:txBody>
      </p:sp>
      <p:sp>
        <p:nvSpPr>
          <p:cNvPr id="288" name="PlaceHolder 4"/>
          <p:cNvSpPr>
            <a:spLocks noGrp="1"/>
          </p:cNvSpPr>
          <p:nvPr>
            <p:ph type="dt" idx="77"/>
          </p:nvPr>
        </p:nvSpPr>
        <p:spPr>
          <a:xfrm>
            <a:off x="3884760" y="0"/>
            <a:ext cx="2968560" cy="45540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BF8DD450-E709-4BDC-9B4F-873ECFEDE663}" type="datetime1">
              <a:rPr b="0" lang="tr-TR" sz="1200" spc="-1" strike="noStrike">
                <a:solidFill>
                  <a:srgbClr val="000000"/>
                </a:solidFill>
                <a:latin typeface="Times New Roman"/>
              </a:rPr>
              <a:t>13.09.2025</a:t>
            </a:fld>
            <a:endParaRPr b="0" lang="en-US" sz="1200" spc="-1" strike="noStrike">
              <a:solidFill>
                <a:srgbClr val="000000"/>
              </a:solidFill>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PlaceHolder 1"/>
          <p:cNvSpPr>
            <a:spLocks noGrp="1"/>
          </p:cNvSpPr>
          <p:nvPr>
            <p:ph type="sldImg"/>
          </p:nvPr>
        </p:nvSpPr>
        <p:spPr>
          <a:xfrm>
            <a:off x="685800" y="1143000"/>
            <a:ext cx="5483160" cy="3083040"/>
          </a:xfrm>
          <a:prstGeom prst="rect">
            <a:avLst/>
          </a:prstGeom>
          <a:ln w="0">
            <a:noFill/>
          </a:ln>
        </p:spPr>
      </p:sp>
      <p:sp>
        <p:nvSpPr>
          <p:cNvPr id="290" name="PlaceHolder 2"/>
          <p:cNvSpPr>
            <a:spLocks noGrp="1"/>
          </p:cNvSpPr>
          <p:nvPr>
            <p:ph type="body"/>
          </p:nvPr>
        </p:nvSpPr>
        <p:spPr>
          <a:xfrm>
            <a:off x="685800" y="4400640"/>
            <a:ext cx="5483160" cy="35971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1" name="PlaceHolder 3"/>
          <p:cNvSpPr>
            <a:spLocks noGrp="1"/>
          </p:cNvSpPr>
          <p:nvPr>
            <p:ph type="sldNum" idx="78"/>
          </p:nvPr>
        </p:nvSpPr>
        <p:spPr>
          <a:xfrm>
            <a:off x="3884760" y="8685360"/>
            <a:ext cx="2968560" cy="45540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D3A951A5-0EDF-42CC-A9FE-99F3A8C4601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
        <p:nvSpPr>
          <p:cNvPr id="292" name="PlaceHolder 4"/>
          <p:cNvSpPr>
            <a:spLocks noGrp="1"/>
          </p:cNvSpPr>
          <p:nvPr>
            <p:ph type="dt" idx="79"/>
          </p:nvPr>
        </p:nvSpPr>
        <p:spPr>
          <a:xfrm>
            <a:off x="3884760" y="0"/>
            <a:ext cx="2968560" cy="45540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6CE4ECCD-96C7-4605-A328-87DC50FAF082}" type="datetime1">
              <a:rPr b="0" lang="tr-TR" sz="1200" spc="-1" strike="noStrike">
                <a:solidFill>
                  <a:srgbClr val="000000"/>
                </a:solidFill>
                <a:latin typeface="Times New Roman"/>
              </a:rPr>
              <a:t>13.09.2025</a:t>
            </a:fld>
            <a:endParaRPr b="0" lang="en-US" sz="1200" spc="-1" strike="noStrike">
              <a:solidFill>
                <a:srgbClr val="000000"/>
              </a:solidFill>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PlaceHolder 1"/>
          <p:cNvSpPr>
            <a:spLocks noGrp="1"/>
          </p:cNvSpPr>
          <p:nvPr>
            <p:ph type="sldImg"/>
          </p:nvPr>
        </p:nvSpPr>
        <p:spPr>
          <a:xfrm>
            <a:off x="685800" y="1143000"/>
            <a:ext cx="5483160" cy="3083040"/>
          </a:xfrm>
          <a:prstGeom prst="rect">
            <a:avLst/>
          </a:prstGeom>
          <a:ln w="0">
            <a:noFill/>
          </a:ln>
        </p:spPr>
      </p:sp>
      <p:sp>
        <p:nvSpPr>
          <p:cNvPr id="294" name="PlaceHolder 2"/>
          <p:cNvSpPr>
            <a:spLocks noGrp="1"/>
          </p:cNvSpPr>
          <p:nvPr>
            <p:ph type="body"/>
          </p:nvPr>
        </p:nvSpPr>
        <p:spPr>
          <a:xfrm>
            <a:off x="685800" y="4400640"/>
            <a:ext cx="5483160" cy="35971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5" name="PlaceHolder 3"/>
          <p:cNvSpPr>
            <a:spLocks noGrp="1"/>
          </p:cNvSpPr>
          <p:nvPr>
            <p:ph type="sldNum" idx="80"/>
          </p:nvPr>
        </p:nvSpPr>
        <p:spPr>
          <a:xfrm>
            <a:off x="3884760" y="8685360"/>
            <a:ext cx="2968560" cy="45540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C83B687B-3108-4FAE-8DF2-64C3CD5F714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
        <p:nvSpPr>
          <p:cNvPr id="296" name="PlaceHolder 4"/>
          <p:cNvSpPr>
            <a:spLocks noGrp="1"/>
          </p:cNvSpPr>
          <p:nvPr>
            <p:ph type="dt" idx="81"/>
          </p:nvPr>
        </p:nvSpPr>
        <p:spPr>
          <a:xfrm>
            <a:off x="3884760" y="0"/>
            <a:ext cx="2968560" cy="45540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8E286EA5-AE53-45A0-8294-066916AB0836}" type="datetime1">
              <a:rPr b="0" lang="tr-TR" sz="1200" spc="-1" strike="noStrike">
                <a:solidFill>
                  <a:srgbClr val="000000"/>
                </a:solidFill>
                <a:latin typeface="Times New Roman"/>
              </a:rPr>
              <a:t>13.09.2025</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2360" cy="640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 name="PlaceHolder 2"/>
          <p:cNvSpPr>
            <a:spLocks noGrp="1"/>
          </p:cNvSpPr>
          <p:nvPr>
            <p:ph type="subTitle"/>
          </p:nvPr>
        </p:nvSpPr>
        <p:spPr>
          <a:xfrm>
            <a:off x="838080" y="1107000"/>
            <a:ext cx="10512360" cy="506664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66AB674D-5D37-4FC9-B0EE-5F0C15AB00F3}"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838080" y="365040"/>
            <a:ext cx="10512360" cy="640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7" name="PlaceHolder 2"/>
          <p:cNvSpPr>
            <a:spLocks noGrp="1"/>
          </p:cNvSpPr>
          <p:nvPr>
            <p:ph/>
          </p:nvPr>
        </p:nvSpPr>
        <p:spPr>
          <a:xfrm>
            <a:off x="838080" y="1107000"/>
            <a:ext cx="10512360" cy="50666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E4DA4436-AB87-4CD1-BDE6-66686E791817}"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DDBDFA8C-15A5-4291-B59B-CFE7387891A2}" type="slidenum">
              <a:t>&lt;#&gt;</a:t>
            </a:fld>
          </a:p>
        </p:txBody>
      </p:sp>
      <p:sp>
        <p:nvSpPr>
          <p:cNvPr id="4" name="PlaceHolder 3"/>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838080" y="365040"/>
            <a:ext cx="10512360" cy="640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2" name="PlaceHolder 2"/>
          <p:cNvSpPr>
            <a:spLocks noGrp="1"/>
          </p:cNvSpPr>
          <p:nvPr>
            <p:ph/>
          </p:nvPr>
        </p:nvSpPr>
        <p:spPr>
          <a:xfrm>
            <a:off x="838080" y="1107000"/>
            <a:ext cx="5130000" cy="50666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3" name="PlaceHolder 3"/>
          <p:cNvSpPr>
            <a:spLocks noGrp="1"/>
          </p:cNvSpPr>
          <p:nvPr>
            <p:ph/>
          </p:nvPr>
        </p:nvSpPr>
        <p:spPr>
          <a:xfrm>
            <a:off x="6225120" y="1107000"/>
            <a:ext cx="5130000" cy="50666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0"/>
          </p:nvPr>
        </p:nvSpPr>
        <p:spPr/>
        <p:txBody>
          <a:bodyPr/>
          <a:p>
            <a:r>
              <a:t>Footer</a:t>
            </a:r>
          </a:p>
        </p:txBody>
      </p:sp>
      <p:sp>
        <p:nvSpPr>
          <p:cNvPr id="6" name="PlaceHolder 5"/>
          <p:cNvSpPr>
            <a:spLocks noGrp="1"/>
          </p:cNvSpPr>
          <p:nvPr>
            <p:ph type="sldNum" idx="11"/>
          </p:nvPr>
        </p:nvSpPr>
        <p:spPr/>
        <p:txBody>
          <a:bodyPr/>
          <a:p>
            <a:fld id="{52494FE9-F4F4-4188-80B2-DB930A9DF9FA}" type="slidenum">
              <a:t>&lt;#&gt;</a:t>
            </a:fld>
          </a:p>
        </p:txBody>
      </p:sp>
      <p:sp>
        <p:nvSpPr>
          <p:cNvPr id="7" name="PlaceHolder 6"/>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0" name="PlaceHolder 1"/>
          <p:cNvSpPr>
            <a:spLocks noGrp="1"/>
          </p:cNvSpPr>
          <p:nvPr>
            <p:ph type="title"/>
          </p:nvPr>
        </p:nvSpPr>
        <p:spPr>
          <a:xfrm>
            <a:off x="838080" y="365040"/>
            <a:ext cx="10512360" cy="640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13"/>
          </p:nvPr>
        </p:nvSpPr>
        <p:spPr/>
        <p:txBody>
          <a:bodyPr/>
          <a:p>
            <a:r>
              <a:t>Footer</a:t>
            </a:r>
          </a:p>
        </p:txBody>
      </p:sp>
      <p:sp>
        <p:nvSpPr>
          <p:cNvPr id="4" name="PlaceHolder 3"/>
          <p:cNvSpPr>
            <a:spLocks noGrp="1"/>
          </p:cNvSpPr>
          <p:nvPr>
            <p:ph type="sldNum" idx="14"/>
          </p:nvPr>
        </p:nvSpPr>
        <p:spPr/>
        <p:txBody>
          <a:bodyPr/>
          <a:p>
            <a:fld id="{5D375260-53CE-452B-B08F-2E913EDD6191}" type="slidenum">
              <a:t>&lt;#&gt;</a:t>
            </a:fld>
          </a:p>
        </p:txBody>
      </p:sp>
      <p:sp>
        <p:nvSpPr>
          <p:cNvPr id="5" name="PlaceHolder 4"/>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16"/>
          </p:nvPr>
        </p:nvSpPr>
        <p:spPr/>
        <p:txBody>
          <a:bodyPr/>
          <a:p>
            <a:r>
              <a:t>Footer</a:t>
            </a:r>
          </a:p>
        </p:txBody>
      </p:sp>
      <p:sp>
        <p:nvSpPr>
          <p:cNvPr id="3" name="PlaceHolder 2"/>
          <p:cNvSpPr>
            <a:spLocks noGrp="1"/>
          </p:cNvSpPr>
          <p:nvPr>
            <p:ph type="sldNum" idx="17"/>
          </p:nvPr>
        </p:nvSpPr>
        <p:spPr/>
        <p:txBody>
          <a:bodyPr/>
          <a:p>
            <a:fld id="{83B3227A-FBDB-45FE-AFFC-E090FBBDBE44}" type="slidenum">
              <a:t>&lt;#&gt;</a:t>
            </a:fld>
          </a:p>
        </p:txBody>
      </p:sp>
      <p:sp>
        <p:nvSpPr>
          <p:cNvPr id="4" name="PlaceHolder 3"/>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aşlık Slaydı">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pn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pn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png"/><Relationship Id="rId3"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png"/><Relationship Id="rId3" Type="http://schemas.openxmlformats.org/officeDocument/2006/relationships/slideLayout" Target="../slideLayouts/slideLayout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TextBox 6"/>
          <p:cNvSpPr/>
          <p:nvPr/>
        </p:nvSpPr>
        <p:spPr>
          <a:xfrm>
            <a:off x="41400" y="6539040"/>
            <a:ext cx="514944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chemeClr val="dk1"/>
                </a:solidFill>
                <a:latin typeface="Calibri"/>
              </a:rPr>
              <a:t>ENG 346 – Data Structures and Algorithms for Artificial Intelligence </a:t>
            </a:r>
            <a:endParaRPr b="0" lang="en-US" sz="1400" spc="-1" strike="noStrike">
              <a:solidFill>
                <a:srgbClr val="000000"/>
              </a:solidFill>
              <a:latin typeface="Arial"/>
            </a:endParaRPr>
          </a:p>
        </p:txBody>
      </p:sp>
      <p:pic>
        <p:nvPicPr>
          <p:cNvPr id="1" name="Picture 4" descr="Gebze Technical University"/>
          <p:cNvPicPr/>
          <p:nvPr/>
        </p:nvPicPr>
        <p:blipFill>
          <a:blip r:embed="rId2"/>
          <a:stretch/>
        </p:blipFill>
        <p:spPr>
          <a:xfrm>
            <a:off x="10150560" y="-89640"/>
            <a:ext cx="2156760" cy="1010880"/>
          </a:xfrm>
          <a:prstGeom prst="rect">
            <a:avLst/>
          </a:prstGeom>
          <a:ln w="0">
            <a:noFill/>
          </a:ln>
        </p:spPr>
      </p:pic>
      <p:sp>
        <p:nvSpPr>
          <p:cNvPr id="2" name="PlaceHolder 1"/>
          <p:cNvSpPr>
            <a:spLocks noGrp="1"/>
          </p:cNvSpPr>
          <p:nvPr>
            <p:ph type="title"/>
          </p:nvPr>
        </p:nvSpPr>
        <p:spPr>
          <a:xfrm>
            <a:off x="838080" y="365040"/>
            <a:ext cx="10512360" cy="6408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 name="PlaceHolder 2"/>
          <p:cNvSpPr>
            <a:spLocks noGrp="1"/>
          </p:cNvSpPr>
          <p:nvPr>
            <p:ph type="ftr" idx="1"/>
          </p:nvPr>
        </p:nvSpPr>
        <p:spPr>
          <a:xfrm>
            <a:off x="4038480" y="6356520"/>
            <a:ext cx="4111560" cy="3618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 name="PlaceHolder 3"/>
          <p:cNvSpPr>
            <a:spLocks noGrp="1"/>
          </p:cNvSpPr>
          <p:nvPr>
            <p:ph type="sldNum" idx="2"/>
          </p:nvPr>
        </p:nvSpPr>
        <p:spPr>
          <a:xfrm>
            <a:off x="8610480" y="6356520"/>
            <a:ext cx="2739960" cy="3618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0EA55770-DAAD-49E5-AF9B-57C6B6A3BB2F}"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5" name="PlaceHolder 4"/>
          <p:cNvSpPr>
            <a:spLocks noGrp="1"/>
          </p:cNvSpPr>
          <p:nvPr>
            <p:ph type="dt" idx="3"/>
          </p:nvPr>
        </p:nvSpPr>
        <p:spPr>
          <a:xfrm>
            <a:off x="838080" y="6356520"/>
            <a:ext cx="2739960" cy="36180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 name="TextBox 6"/>
          <p:cNvSpPr/>
          <p:nvPr/>
        </p:nvSpPr>
        <p:spPr>
          <a:xfrm>
            <a:off x="41400" y="6539040"/>
            <a:ext cx="514944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chemeClr val="dk1"/>
                </a:solidFill>
                <a:latin typeface="Calibri"/>
              </a:rPr>
              <a:t>ENG 346 – Data Structures and Algorithms for Artificial Intelligence </a:t>
            </a:r>
            <a:endParaRPr b="0" lang="en-US" sz="1400" spc="-1" strike="noStrike">
              <a:solidFill>
                <a:srgbClr val="000000"/>
              </a:solidFill>
              <a:latin typeface="Arial"/>
            </a:endParaRPr>
          </a:p>
        </p:txBody>
      </p:sp>
      <p:pic>
        <p:nvPicPr>
          <p:cNvPr id="10" name="Picture 4" descr="Gebze Technical University"/>
          <p:cNvPicPr/>
          <p:nvPr/>
        </p:nvPicPr>
        <p:blipFill>
          <a:blip r:embed="rId2"/>
          <a:stretch/>
        </p:blipFill>
        <p:spPr>
          <a:xfrm>
            <a:off x="10150560" y="-89640"/>
            <a:ext cx="2156760" cy="1010880"/>
          </a:xfrm>
          <a:prstGeom prst="rect">
            <a:avLst/>
          </a:prstGeom>
          <a:ln w="0">
            <a:noFill/>
          </a:ln>
        </p:spPr>
      </p:pic>
      <p:sp>
        <p:nvSpPr>
          <p:cNvPr id="11" name="PlaceHolder 1"/>
          <p:cNvSpPr>
            <a:spLocks noGrp="1"/>
          </p:cNvSpPr>
          <p:nvPr>
            <p:ph type="title"/>
          </p:nvPr>
        </p:nvSpPr>
        <p:spPr>
          <a:xfrm>
            <a:off x="838080" y="365040"/>
            <a:ext cx="10512360" cy="6408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2" name="PlaceHolder 2"/>
          <p:cNvSpPr>
            <a:spLocks noGrp="1"/>
          </p:cNvSpPr>
          <p:nvPr>
            <p:ph type="body"/>
          </p:nvPr>
        </p:nvSpPr>
        <p:spPr>
          <a:xfrm>
            <a:off x="838080" y="1107000"/>
            <a:ext cx="10512360" cy="50666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3" name="PlaceHolder 3"/>
          <p:cNvSpPr>
            <a:spLocks noGrp="1"/>
          </p:cNvSpPr>
          <p:nvPr>
            <p:ph type="ftr" idx="4"/>
          </p:nvPr>
        </p:nvSpPr>
        <p:spPr>
          <a:xfrm>
            <a:off x="4038480" y="6356520"/>
            <a:ext cx="4111560" cy="3618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4" name="PlaceHolder 4"/>
          <p:cNvSpPr>
            <a:spLocks noGrp="1"/>
          </p:cNvSpPr>
          <p:nvPr>
            <p:ph type="sldNum" idx="5"/>
          </p:nvPr>
        </p:nvSpPr>
        <p:spPr>
          <a:xfrm>
            <a:off x="8610480" y="6356520"/>
            <a:ext cx="2739960" cy="3618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96893168-DE67-45EC-A1A1-2B32376D50CD}"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15" name="PlaceHolder 5"/>
          <p:cNvSpPr>
            <a:spLocks noGrp="1"/>
          </p:cNvSpPr>
          <p:nvPr>
            <p:ph type="dt" idx="6"/>
          </p:nvPr>
        </p:nvSpPr>
        <p:spPr>
          <a:xfrm>
            <a:off x="838080" y="6356520"/>
            <a:ext cx="2739960" cy="36180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 name="TextBox 6"/>
          <p:cNvSpPr/>
          <p:nvPr/>
        </p:nvSpPr>
        <p:spPr>
          <a:xfrm>
            <a:off x="41400" y="6539040"/>
            <a:ext cx="514944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chemeClr val="dk1"/>
                </a:solidFill>
                <a:latin typeface="Calibri"/>
              </a:rPr>
              <a:t>ENG 346 – Data Structures and Algorithms for Artificial Intelligence </a:t>
            </a:r>
            <a:endParaRPr b="0" lang="en-US" sz="1400" spc="-1" strike="noStrike">
              <a:solidFill>
                <a:srgbClr val="000000"/>
              </a:solidFill>
              <a:latin typeface="Arial"/>
            </a:endParaRPr>
          </a:p>
        </p:txBody>
      </p:sp>
      <p:pic>
        <p:nvPicPr>
          <p:cNvPr id="19" name="Picture 4" descr="Gebze Technical University"/>
          <p:cNvPicPr/>
          <p:nvPr/>
        </p:nvPicPr>
        <p:blipFill>
          <a:blip r:embed="rId2"/>
          <a:stretch/>
        </p:blipFill>
        <p:spPr>
          <a:xfrm>
            <a:off x="10150560" y="-89640"/>
            <a:ext cx="2156760" cy="1010880"/>
          </a:xfrm>
          <a:prstGeom prst="rect">
            <a:avLst/>
          </a:prstGeom>
          <a:ln w="0">
            <a:noFill/>
          </a:ln>
        </p:spPr>
      </p:pic>
      <p:sp>
        <p:nvSpPr>
          <p:cNvPr id="20" name="PlaceHolder 1"/>
          <p:cNvSpPr>
            <a:spLocks noGrp="1"/>
          </p:cNvSpPr>
          <p:nvPr>
            <p:ph type="ftr" idx="7"/>
          </p:nvPr>
        </p:nvSpPr>
        <p:spPr>
          <a:xfrm>
            <a:off x="4038480" y="6356520"/>
            <a:ext cx="4111560" cy="3618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1" name="PlaceHolder 2"/>
          <p:cNvSpPr>
            <a:spLocks noGrp="1"/>
          </p:cNvSpPr>
          <p:nvPr>
            <p:ph type="sldNum" idx="8"/>
          </p:nvPr>
        </p:nvSpPr>
        <p:spPr>
          <a:xfrm>
            <a:off x="8610480" y="6356520"/>
            <a:ext cx="2739960" cy="3618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BA00EE88-F9ED-4DD9-A040-C225CED0772C}"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22" name="PlaceHolder 3"/>
          <p:cNvSpPr>
            <a:spLocks noGrp="1"/>
          </p:cNvSpPr>
          <p:nvPr>
            <p:ph type="dt" idx="9"/>
          </p:nvPr>
        </p:nvSpPr>
        <p:spPr>
          <a:xfrm>
            <a:off x="838080" y="6356520"/>
            <a:ext cx="2739960" cy="36180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TextBox 6"/>
          <p:cNvSpPr/>
          <p:nvPr/>
        </p:nvSpPr>
        <p:spPr>
          <a:xfrm>
            <a:off x="41400" y="6539040"/>
            <a:ext cx="514944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chemeClr val="dk1"/>
                </a:solidFill>
                <a:latin typeface="Calibri"/>
              </a:rPr>
              <a:t>ENG 346 – Data Structures and Algorithms for Artificial Intelligence </a:t>
            </a:r>
            <a:endParaRPr b="0" lang="en-US" sz="1400" spc="-1" strike="noStrike">
              <a:solidFill>
                <a:srgbClr val="000000"/>
              </a:solidFill>
              <a:latin typeface="Arial"/>
            </a:endParaRPr>
          </a:p>
        </p:txBody>
      </p:sp>
      <p:pic>
        <p:nvPicPr>
          <p:cNvPr id="24" name="Picture 4" descr="Gebze Technical University"/>
          <p:cNvPicPr/>
          <p:nvPr/>
        </p:nvPicPr>
        <p:blipFill>
          <a:blip r:embed="rId2"/>
          <a:stretch/>
        </p:blipFill>
        <p:spPr>
          <a:xfrm>
            <a:off x="10150560" y="-89640"/>
            <a:ext cx="2156760" cy="1010880"/>
          </a:xfrm>
          <a:prstGeom prst="rect">
            <a:avLst/>
          </a:prstGeom>
          <a:ln w="0">
            <a:noFill/>
          </a:ln>
        </p:spPr>
      </p:pic>
      <p:sp>
        <p:nvSpPr>
          <p:cNvPr id="25" name="PlaceHolder 1"/>
          <p:cNvSpPr>
            <a:spLocks noGrp="1"/>
          </p:cNvSpPr>
          <p:nvPr>
            <p:ph type="title"/>
          </p:nvPr>
        </p:nvSpPr>
        <p:spPr>
          <a:xfrm>
            <a:off x="838080" y="365040"/>
            <a:ext cx="10512360" cy="6408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6" name="PlaceHolder 2"/>
          <p:cNvSpPr>
            <a:spLocks noGrp="1"/>
          </p:cNvSpPr>
          <p:nvPr>
            <p:ph type="body"/>
          </p:nvPr>
        </p:nvSpPr>
        <p:spPr>
          <a:xfrm>
            <a:off x="838080" y="1107000"/>
            <a:ext cx="5129640" cy="50666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7" name="PlaceHolder 3"/>
          <p:cNvSpPr>
            <a:spLocks noGrp="1"/>
          </p:cNvSpPr>
          <p:nvPr>
            <p:ph type="body"/>
          </p:nvPr>
        </p:nvSpPr>
        <p:spPr>
          <a:xfrm>
            <a:off x="6225120" y="1107000"/>
            <a:ext cx="5129640" cy="50666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8" name="PlaceHolder 4"/>
          <p:cNvSpPr>
            <a:spLocks noGrp="1"/>
          </p:cNvSpPr>
          <p:nvPr>
            <p:ph type="ftr" idx="10"/>
          </p:nvPr>
        </p:nvSpPr>
        <p:spPr>
          <a:xfrm>
            <a:off x="4038480" y="6356520"/>
            <a:ext cx="4111560" cy="3618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9" name="PlaceHolder 5"/>
          <p:cNvSpPr>
            <a:spLocks noGrp="1"/>
          </p:cNvSpPr>
          <p:nvPr>
            <p:ph type="sldNum" idx="11"/>
          </p:nvPr>
        </p:nvSpPr>
        <p:spPr>
          <a:xfrm>
            <a:off x="8610480" y="6356520"/>
            <a:ext cx="2739960" cy="3618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135497CE-999A-4DDE-A8E0-23F86DB3956E}"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0" name="PlaceHolder 6"/>
          <p:cNvSpPr>
            <a:spLocks noGrp="1"/>
          </p:cNvSpPr>
          <p:nvPr>
            <p:ph type="dt" idx="12"/>
          </p:nvPr>
        </p:nvSpPr>
        <p:spPr>
          <a:xfrm>
            <a:off x="838080" y="6356520"/>
            <a:ext cx="2739960" cy="36180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 name="TextBox 6"/>
          <p:cNvSpPr/>
          <p:nvPr/>
        </p:nvSpPr>
        <p:spPr>
          <a:xfrm>
            <a:off x="41400" y="6539040"/>
            <a:ext cx="514944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chemeClr val="dk1"/>
                </a:solidFill>
                <a:latin typeface="Calibri"/>
              </a:rPr>
              <a:t>ENG 346 – Data Structures and Algorithms for Artificial Intelligence </a:t>
            </a:r>
            <a:endParaRPr b="0" lang="en-US" sz="1400" spc="-1" strike="noStrike">
              <a:solidFill>
                <a:srgbClr val="000000"/>
              </a:solidFill>
              <a:latin typeface="Arial"/>
            </a:endParaRPr>
          </a:p>
        </p:txBody>
      </p:sp>
      <p:pic>
        <p:nvPicPr>
          <p:cNvPr id="35" name="Picture 4" descr="Gebze Technical University"/>
          <p:cNvPicPr/>
          <p:nvPr/>
        </p:nvPicPr>
        <p:blipFill>
          <a:blip r:embed="rId2"/>
          <a:stretch/>
        </p:blipFill>
        <p:spPr>
          <a:xfrm>
            <a:off x="10150560" y="-89640"/>
            <a:ext cx="2156760" cy="1010880"/>
          </a:xfrm>
          <a:prstGeom prst="rect">
            <a:avLst/>
          </a:prstGeom>
          <a:ln w="0">
            <a:noFill/>
          </a:ln>
        </p:spPr>
      </p:pic>
      <p:sp>
        <p:nvSpPr>
          <p:cNvPr id="36" name="PlaceHolder 1"/>
          <p:cNvSpPr>
            <a:spLocks noGrp="1"/>
          </p:cNvSpPr>
          <p:nvPr>
            <p:ph type="title"/>
          </p:nvPr>
        </p:nvSpPr>
        <p:spPr>
          <a:xfrm>
            <a:off x="838080" y="365040"/>
            <a:ext cx="10512360" cy="6408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7" name="PlaceHolder 2"/>
          <p:cNvSpPr>
            <a:spLocks noGrp="1"/>
          </p:cNvSpPr>
          <p:nvPr>
            <p:ph type="ftr" idx="13"/>
          </p:nvPr>
        </p:nvSpPr>
        <p:spPr>
          <a:xfrm>
            <a:off x="4038480" y="6356520"/>
            <a:ext cx="4111560" cy="3618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8" name="PlaceHolder 3"/>
          <p:cNvSpPr>
            <a:spLocks noGrp="1"/>
          </p:cNvSpPr>
          <p:nvPr>
            <p:ph type="sldNum" idx="14"/>
          </p:nvPr>
        </p:nvSpPr>
        <p:spPr>
          <a:xfrm>
            <a:off x="8610480" y="6356520"/>
            <a:ext cx="2739960" cy="3618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A7A3B361-F71E-4F9E-885B-C3B50BBC5AAF}"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9" name="PlaceHolder 4"/>
          <p:cNvSpPr>
            <a:spLocks noGrp="1"/>
          </p:cNvSpPr>
          <p:nvPr>
            <p:ph type="dt" idx="15"/>
          </p:nvPr>
        </p:nvSpPr>
        <p:spPr>
          <a:xfrm>
            <a:off x="838080" y="6356520"/>
            <a:ext cx="2739960" cy="36180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TextBox 6"/>
          <p:cNvSpPr/>
          <p:nvPr/>
        </p:nvSpPr>
        <p:spPr>
          <a:xfrm>
            <a:off x="41400" y="6539040"/>
            <a:ext cx="514944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chemeClr val="dk1"/>
                </a:solidFill>
                <a:latin typeface="Calibri"/>
              </a:rPr>
              <a:t>ENG 346 – Data Structures and Algorithms for Artificial Intelligence </a:t>
            </a:r>
            <a:endParaRPr b="0" lang="en-US" sz="1400" spc="-1" strike="noStrike">
              <a:solidFill>
                <a:srgbClr val="000000"/>
              </a:solidFill>
              <a:latin typeface="Arial"/>
            </a:endParaRPr>
          </a:p>
        </p:txBody>
      </p:sp>
      <p:pic>
        <p:nvPicPr>
          <p:cNvPr id="42" name="Picture 4" descr="Gebze Technical University"/>
          <p:cNvPicPr/>
          <p:nvPr/>
        </p:nvPicPr>
        <p:blipFill>
          <a:blip r:embed="rId2"/>
          <a:stretch/>
        </p:blipFill>
        <p:spPr>
          <a:xfrm>
            <a:off x="10150560" y="-89640"/>
            <a:ext cx="2156760" cy="1010880"/>
          </a:xfrm>
          <a:prstGeom prst="rect">
            <a:avLst/>
          </a:prstGeom>
          <a:ln w="0">
            <a:noFill/>
          </a:ln>
        </p:spPr>
      </p:pic>
      <p:sp>
        <p:nvSpPr>
          <p:cNvPr id="43" name="PlaceHolder 1"/>
          <p:cNvSpPr>
            <a:spLocks noGrp="1"/>
          </p:cNvSpPr>
          <p:nvPr>
            <p:ph type="ftr" idx="16"/>
          </p:nvPr>
        </p:nvSpPr>
        <p:spPr>
          <a:xfrm>
            <a:off x="4038480" y="6356520"/>
            <a:ext cx="4111560" cy="3618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4" name="PlaceHolder 2"/>
          <p:cNvSpPr>
            <a:spLocks noGrp="1"/>
          </p:cNvSpPr>
          <p:nvPr>
            <p:ph type="sldNum" idx="17"/>
          </p:nvPr>
        </p:nvSpPr>
        <p:spPr>
          <a:xfrm>
            <a:off x="8610480" y="6356520"/>
            <a:ext cx="2739960" cy="3618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63B3CFB3-C23A-4DAF-B227-F7D9C98716B8}"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5" name="PlaceHolder 3"/>
          <p:cNvSpPr>
            <a:spLocks noGrp="1"/>
          </p:cNvSpPr>
          <p:nvPr>
            <p:ph type="dt" idx="18"/>
          </p:nvPr>
        </p:nvSpPr>
        <p:spPr>
          <a:xfrm>
            <a:off x="838080" y="6356520"/>
            <a:ext cx="2739960" cy="36180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 name="TextBox 6"/>
          <p:cNvSpPr/>
          <p:nvPr/>
        </p:nvSpPr>
        <p:spPr>
          <a:xfrm>
            <a:off x="41400" y="6539040"/>
            <a:ext cx="514944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chemeClr val="dk1"/>
                </a:solidFill>
                <a:latin typeface="Calibri"/>
              </a:rPr>
              <a:t>ENG 346 – Data Structures and Algorithms for Artificial Intelligence </a:t>
            </a:r>
            <a:endParaRPr b="0" lang="en-US" sz="1400" spc="-1" strike="noStrike">
              <a:solidFill>
                <a:srgbClr val="000000"/>
              </a:solidFill>
              <a:latin typeface="Arial"/>
            </a:endParaRPr>
          </a:p>
        </p:txBody>
      </p:sp>
      <p:pic>
        <p:nvPicPr>
          <p:cNvPr id="47" name="Picture 4" descr="Gebze Technical University"/>
          <p:cNvPicPr/>
          <p:nvPr/>
        </p:nvPicPr>
        <p:blipFill>
          <a:blip r:embed="rId2"/>
          <a:stretch/>
        </p:blipFill>
        <p:spPr>
          <a:xfrm>
            <a:off x="10150560" y="-89640"/>
            <a:ext cx="2156760" cy="101088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61" r:id="rId3"/>
  </p:sldLayoutIdLst>
</p:sldMaster>
</file>

<file path=ppt/slides/_rels/slide1.xml.rels><?xml version="1.0" encoding="UTF-8"?>
<Relationships xmlns="http://schemas.openxmlformats.org/package/2006/relationships"><Relationship Id="rId1" Type="http://schemas.openxmlformats.org/officeDocument/2006/relationships/hyperlink" Target="mailto:mpekmezci@gtu.edu.tr" TargetMode="External"/><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hyperlink" Target="https://www.python.org/" TargetMode="External"/><Relationship Id="rId2" Type="http://schemas.openxmlformats.org/officeDocument/2006/relationships/hyperlink" Target="https://anaconda.org/" TargetMode="External"/><Relationship Id="rId3" Type="http://schemas.openxmlformats.org/officeDocument/2006/relationships/hyperlink" Target="https://colab.research.google.com/" TargetMode="External"/><Relationship Id="rId4" Type="http://schemas.openxmlformats.org/officeDocument/2006/relationships/hyperlink" Target="https://www.kaggle.com/" TargetMode="External"/><Relationship Id="rId5" Type="http://schemas.openxmlformats.org/officeDocument/2006/relationships/slideLayout" Target="../slideLayouts/slideLayout2.xml"/><Relationship Id="rId6"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hyperlink" Target="https://learn.microsoft.com/en-us/windows/wsl/install" TargetMode="External"/><Relationship Id="rId2" Type="http://schemas.openxmlformats.org/officeDocument/2006/relationships/hyperlink" Target="https://ubuntu.com/desktop/wsl" TargetMode="External"/><Relationship Id="rId3" Type="http://schemas.openxmlformats.org/officeDocument/2006/relationships/slideLayout" Target="../slideLayouts/slideLayout2.xml"/><Relationship Id="rId4"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slideLayout" Target="../slideLayouts/slideLayout2.xml"/><Relationship Id="rId4"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2.xml"/><Relationship Id="rId4"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slideLayout" Target="../slideLayouts/slideLayout2.xml"/><Relationship Id="rId4"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slideLayout" Target="../slideLayouts/slideLayout2.xml"/><Relationship Id="rId4"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2.xml"/><Relationship Id="rId4"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slideLayout" Target="../slideLayouts/slideLayout2.xml"/><Relationship Id="rId4"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slideLayout" Target="../slideLayouts/slideLayout2.xml"/><Relationship Id="rId5"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png"/><Relationship Id="rId3" Type="http://schemas.openxmlformats.org/officeDocument/2006/relationships/slideLayout" Target="../slideLayouts/slideLayout2.xml"/><Relationship Id="rId4"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png"/><Relationship Id="rId3" Type="http://schemas.openxmlformats.org/officeDocument/2006/relationships/slideLayout" Target="../slideLayouts/slideLayout2.xml"/><Relationship Id="rId4"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slideLayout" Target="../slideLayouts/slideLayout2.xml"/><Relationship Id="rId5"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image" Target="../media/image30.png"/><Relationship Id="rId3" Type="http://schemas.openxmlformats.org/officeDocument/2006/relationships/slideLayout" Target="../slideLayouts/slideLayout2.xml"/><Relationship Id="rId4"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image" Target="../media/image33.png"/><Relationship Id="rId3" Type="http://schemas.openxmlformats.org/officeDocument/2006/relationships/slideLayout" Target="../slideLayouts/slideLayout2.xml"/><Relationship Id="rId4"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image" Target="../media/image35.png"/><Relationship Id="rId3" Type="http://schemas.openxmlformats.org/officeDocument/2006/relationships/slideLayout" Target="../slideLayouts/slideLayout2.xml"/><Relationship Id="rId4"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slideLayout" Target="../slideLayouts/slideLayout2.xml"/><Relationship Id="rId3"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37.wmf"/><Relationship Id="rId2" Type="http://schemas.openxmlformats.org/officeDocument/2006/relationships/slideLayout" Target="../slideLayouts/slideLayout2.xml"/><Relationship Id="rId3" Type="http://schemas.openxmlformats.org/officeDocument/2006/relationships/notesSlide" Target="../notesSlides/notesSlide3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 name="PlaceHolder 1"/>
          <p:cNvSpPr>
            <a:spLocks noGrp="1"/>
          </p:cNvSpPr>
          <p:nvPr>
            <p:ph type="title"/>
          </p:nvPr>
        </p:nvSpPr>
        <p:spPr>
          <a:xfrm>
            <a:off x="1523880" y="1122480"/>
            <a:ext cx="9140760" cy="3126240"/>
          </a:xfrm>
          <a:prstGeom prst="rect">
            <a:avLst/>
          </a:prstGeom>
          <a:noFill/>
          <a:ln w="0">
            <a:noFill/>
          </a:ln>
        </p:spPr>
        <p:txBody>
          <a:bodyPr lIns="91440" rIns="91440" tIns="45720" bIns="45720" anchor="b">
            <a:normAutofit fontScale="76666"/>
          </a:bodyPr>
          <a:p>
            <a:pPr indent="0" algn="ctr" defTabSz="914400">
              <a:lnSpc>
                <a:spcPct val="90000"/>
              </a:lnSpc>
              <a:buNone/>
              <a:tabLst>
                <a:tab algn="l" pos="0"/>
              </a:tabLst>
            </a:pPr>
            <a:r>
              <a:rPr b="1" lang="en-US" sz="6000" spc="-1" strike="noStrike">
                <a:solidFill>
                  <a:srgbClr val="c00000"/>
                </a:solidFill>
                <a:latin typeface="Calibri Light"/>
              </a:rPr>
              <a:t>ENG 346</a:t>
            </a:r>
            <a:br>
              <a:rPr sz="6000"/>
            </a:br>
            <a:r>
              <a:rPr b="1" lang="en-US" sz="6000" spc="-1" strike="noStrike">
                <a:solidFill>
                  <a:srgbClr val="c00000"/>
                </a:solidFill>
                <a:latin typeface="Calibri Light"/>
              </a:rPr>
              <a:t>Data Structures and Algorithms for Artificial Intelligence</a:t>
            </a:r>
            <a:br>
              <a:rPr sz="6000"/>
            </a:br>
            <a:r>
              <a:rPr b="1" lang="en-US" sz="4900" spc="-1" strike="noStrike">
                <a:solidFill>
                  <a:schemeClr val="dk1"/>
                </a:solidFill>
                <a:latin typeface="Calibri Light"/>
              </a:rPr>
              <a:t>Python Basics</a:t>
            </a:r>
            <a:endParaRPr b="0" lang="en-US" sz="4900" spc="-1" strike="noStrike">
              <a:solidFill>
                <a:srgbClr val="000000"/>
              </a:solidFill>
              <a:latin typeface="Arial"/>
            </a:endParaRPr>
          </a:p>
        </p:txBody>
      </p:sp>
      <p:sp>
        <p:nvSpPr>
          <p:cNvPr id="55" name="PlaceHolder 2"/>
          <p:cNvSpPr>
            <a:spLocks noGrp="1"/>
          </p:cNvSpPr>
          <p:nvPr>
            <p:ph type="subTitle"/>
          </p:nvPr>
        </p:nvSpPr>
        <p:spPr>
          <a:xfrm>
            <a:off x="1523880" y="4251960"/>
            <a:ext cx="9140760" cy="1002600"/>
          </a:xfrm>
          <a:prstGeom prst="rect">
            <a:avLst/>
          </a:prstGeom>
          <a:noFill/>
          <a:ln w="0">
            <a:noFill/>
          </a:ln>
        </p:spPr>
        <p:txBody>
          <a:bodyPr lIns="91440" rIns="91440" tIns="45720" bIns="45720" anchor="t">
            <a:noAutofit/>
          </a:bodyPr>
          <a:p>
            <a:pPr indent="0" algn="ctr" defTabSz="914400">
              <a:lnSpc>
                <a:spcPct val="90000"/>
              </a:lnSpc>
              <a:spcBef>
                <a:spcPts val="1001"/>
              </a:spcBef>
              <a:buNone/>
              <a:tabLst>
                <a:tab algn="l" pos="0"/>
              </a:tabLst>
            </a:pPr>
            <a:r>
              <a:rPr b="0" lang="en-US" sz="2400" spc="-1" strike="noStrike">
                <a:solidFill>
                  <a:schemeClr val="dk1"/>
                </a:solidFill>
                <a:latin typeface="Calibri"/>
              </a:rPr>
              <a:t>Dr. Mehmet PEKMEZCİ</a:t>
            </a:r>
            <a:endParaRPr b="0" lang="en-US" sz="2400" spc="-1" strike="noStrike">
              <a:solidFill>
                <a:srgbClr val="000000"/>
              </a:solidFill>
              <a:latin typeface="Arial"/>
            </a:endParaRPr>
          </a:p>
          <a:p>
            <a:pPr indent="0" algn="ctr" defTabSz="914400">
              <a:lnSpc>
                <a:spcPct val="90000"/>
              </a:lnSpc>
              <a:spcBef>
                <a:spcPts val="1001"/>
              </a:spcBef>
              <a:buNone/>
              <a:tabLst>
                <a:tab algn="l" pos="0"/>
              </a:tabLst>
            </a:pPr>
            <a:r>
              <a:rPr b="0" lang="en-US" sz="2400" spc="-1" strike="noStrike" u="sng">
                <a:solidFill>
                  <a:schemeClr val="dk1"/>
                </a:solidFill>
                <a:uFillTx/>
                <a:latin typeface="Calibri"/>
                <a:hlinkClick r:id="rId1"/>
              </a:rPr>
              <a:t>mpekmezci@gtu.edu.tr</a:t>
            </a:r>
            <a:endParaRPr b="0" lang="en-US" sz="2400" spc="-1" strike="noStrike">
              <a:solidFill>
                <a:srgbClr val="000000"/>
              </a:solidFill>
              <a:latin typeface="Arial"/>
            </a:endParaRPr>
          </a:p>
          <a:p>
            <a:pPr indent="0" algn="ctr" defTabSz="914400">
              <a:lnSpc>
                <a:spcPct val="90000"/>
              </a:lnSpc>
              <a:spcBef>
                <a:spcPts val="1001"/>
              </a:spcBef>
              <a:buNone/>
              <a:tabLst>
                <a:tab algn="l" pos="0"/>
              </a:tabLst>
            </a:pPr>
            <a:r>
              <a:rPr b="0" lang="en-US" sz="2400" spc="-1" strike="noStrike">
                <a:solidFill>
                  <a:schemeClr val="dk1"/>
                </a:solidFill>
                <a:latin typeface="Calibri"/>
              </a:rPr>
              <a:t>https://github.com/mehmetpekmezci/GTU-ENG-346</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PlaceHolder 1"/>
          <p:cNvSpPr>
            <a:spLocks noGrp="1"/>
          </p:cNvSpPr>
          <p:nvPr>
            <p:ph type="title"/>
          </p:nvPr>
        </p:nvSpPr>
        <p:spPr>
          <a:xfrm>
            <a:off x="838080" y="365040"/>
            <a:ext cx="9216720" cy="6390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Codes</a:t>
            </a:r>
            <a:endParaRPr b="0" lang="en-US" sz="4400" spc="-1" strike="noStrike">
              <a:solidFill>
                <a:srgbClr val="000000"/>
              </a:solidFill>
              <a:latin typeface="Arial"/>
            </a:endParaRPr>
          </a:p>
        </p:txBody>
      </p:sp>
      <p:sp>
        <p:nvSpPr>
          <p:cNvPr id="57" name=""/>
          <p:cNvSpPr/>
          <p:nvPr/>
        </p:nvSpPr>
        <p:spPr>
          <a:xfrm>
            <a:off x="685800" y="1143000"/>
            <a:ext cx="11197800" cy="5025600"/>
          </a:xfrm>
          <a:prstGeom prst="rect">
            <a:avLst/>
          </a:prstGeom>
          <a:noFill/>
          <a:ln w="0">
            <a:noFill/>
          </a:ln>
        </p:spPr>
        <p:style>
          <a:lnRef idx="0"/>
          <a:fillRef idx="0"/>
          <a:effectRef idx="0"/>
          <a:fontRef idx="minor"/>
        </p:style>
        <p:txBody>
          <a:bodyPr lIns="90000" rIns="90000" tIns="45000" bIns="45000" anchor="t">
            <a:noAutofit/>
          </a:bodyPr>
          <a:p>
            <a:pPr marL="216000" indent="-216000">
              <a:lnSpc>
                <a:spcPct val="100000"/>
              </a:lnSpc>
              <a:spcBef>
                <a:spcPts val="567"/>
              </a:spcBef>
              <a:spcAft>
                <a:spcPts val="567"/>
              </a:spcAft>
              <a:buClr>
                <a:srgbClr val="000000"/>
              </a:buClr>
              <a:buSzPct val="45000"/>
              <a:buFont typeface="Wingdings" charset="2"/>
              <a:buChar char=""/>
              <a:tabLst>
                <a:tab algn="l" pos="408240"/>
              </a:tabLst>
            </a:pPr>
            <a:r>
              <a:rPr b="0" lang="en-US" sz="2400" spc="-1" strike="noStrike">
                <a:solidFill>
                  <a:srgbClr val="000000"/>
                </a:solidFill>
                <a:latin typeface="Arial"/>
              </a:rPr>
              <a:t>https://github.com/mehmetpekmezci/GTU-ENG-346/tree/main/python-codes</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PlaceHolder 1"/>
          <p:cNvSpPr>
            <a:spLocks noGrp="1"/>
          </p:cNvSpPr>
          <p:nvPr>
            <p:ph type="title"/>
          </p:nvPr>
        </p:nvSpPr>
        <p:spPr>
          <a:xfrm>
            <a:off x="838080" y="365040"/>
            <a:ext cx="10512360" cy="6408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Rules</a:t>
            </a:r>
            <a:endParaRPr b="0" lang="en-US" sz="4400" spc="-1" strike="noStrike">
              <a:solidFill>
                <a:srgbClr val="000000"/>
              </a:solidFill>
              <a:latin typeface="Arial"/>
            </a:endParaRPr>
          </a:p>
        </p:txBody>
      </p:sp>
      <p:sp>
        <p:nvSpPr>
          <p:cNvPr id="59" name="PlaceHolder 2"/>
          <p:cNvSpPr>
            <a:spLocks noGrp="1"/>
          </p:cNvSpPr>
          <p:nvPr>
            <p:ph/>
          </p:nvPr>
        </p:nvSpPr>
        <p:spPr>
          <a:xfrm>
            <a:off x="838080" y="1107000"/>
            <a:ext cx="10512360" cy="50666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Write READABLE and EASY-TO-MAINTAIN code !!!</a:t>
            </a:r>
            <a:endParaRPr b="0" lang="en-US" sz="2800" spc="-1" strike="noStrike">
              <a:solidFill>
                <a:srgbClr val="000000"/>
              </a:solidFill>
              <a:latin typeface="Arial"/>
            </a:endParaRPr>
          </a:p>
          <a:p>
            <a:pPr lvl="1" marL="864000" indent="-324000" defTabSz="914400">
              <a:lnSpc>
                <a:spcPct val="90000"/>
              </a:lnSpc>
              <a:spcBef>
                <a:spcPts val="1001"/>
              </a:spcBef>
              <a:buClr>
                <a:srgbClr val="000000"/>
              </a:buClr>
              <a:buSzPct val="75000"/>
              <a:buFont typeface="Symbol" charset="2"/>
              <a:buChar char=""/>
            </a:pPr>
            <a:r>
              <a:rPr b="1" lang="en-US" sz="2800" spc="-1" strike="noStrike">
                <a:solidFill>
                  <a:schemeClr val="dk1"/>
                </a:solidFill>
                <a:latin typeface="Calibri"/>
              </a:rPr>
              <a:t>Self Descriptive Code : </a:t>
            </a:r>
            <a:r>
              <a:rPr b="0" lang="en-US" sz="2800" spc="-1" strike="noStrike">
                <a:solidFill>
                  <a:schemeClr val="dk1"/>
                </a:solidFill>
                <a:latin typeface="Calibri"/>
              </a:rPr>
              <a:t>Always use long descriptive names for functions/classes/variables. Do not use i,j .…</a:t>
            </a:r>
            <a:endParaRPr b="0" lang="en-US" sz="2800" spc="-1" strike="noStrike">
              <a:solidFill>
                <a:srgbClr val="000000"/>
              </a:solidFill>
              <a:latin typeface="Arial"/>
            </a:endParaRPr>
          </a:p>
          <a:p>
            <a:pPr lvl="1" marL="864000" indent="-324000" defTabSz="914400">
              <a:lnSpc>
                <a:spcPct val="90000"/>
              </a:lnSpc>
              <a:spcBef>
                <a:spcPts val="1001"/>
              </a:spcBef>
              <a:buClr>
                <a:srgbClr val="000000"/>
              </a:buClr>
              <a:buSzPct val="75000"/>
              <a:buFont typeface="Symbol" charset="2"/>
              <a:buChar char=""/>
            </a:pPr>
            <a:r>
              <a:rPr b="0" lang="en-US" sz="2800" spc="-1" strike="noStrike">
                <a:solidFill>
                  <a:schemeClr val="dk1"/>
                </a:solidFill>
                <a:latin typeface="Calibri"/>
              </a:rPr>
              <a:t>All variables are on top ( Class/function or python file)</a:t>
            </a:r>
            <a:endParaRPr b="0" lang="en-US" sz="2800" spc="-1" strike="noStrike">
              <a:solidFill>
                <a:srgbClr val="000000"/>
              </a:solidFill>
              <a:latin typeface="Arial"/>
            </a:endParaRPr>
          </a:p>
          <a:p>
            <a:pPr lvl="1" marL="864000" indent="-324000" defTabSz="914400">
              <a:lnSpc>
                <a:spcPct val="90000"/>
              </a:lnSpc>
              <a:spcBef>
                <a:spcPts val="1001"/>
              </a:spcBef>
              <a:buClr>
                <a:srgbClr val="000000"/>
              </a:buClr>
              <a:buSzPct val="75000"/>
              <a:buFont typeface="Symbol" charset="2"/>
              <a:buChar char=""/>
            </a:pPr>
            <a:r>
              <a:rPr b="0" lang="en-US" sz="2800" spc="-1" strike="noStrike">
                <a:solidFill>
                  <a:schemeClr val="dk1"/>
                </a:solidFill>
                <a:latin typeface="Calibri"/>
              </a:rPr>
              <a:t>All imports are on top.</a:t>
            </a:r>
            <a:endParaRPr b="0" lang="en-US" sz="2800" spc="-1" strike="noStrike">
              <a:solidFill>
                <a:srgbClr val="000000"/>
              </a:solidFill>
              <a:latin typeface="Arial"/>
            </a:endParaRPr>
          </a:p>
          <a:p>
            <a:pPr lvl="1" marL="864000" indent="-324000" defTabSz="914400">
              <a:lnSpc>
                <a:spcPct val="90000"/>
              </a:lnSpc>
              <a:spcBef>
                <a:spcPts val="1001"/>
              </a:spcBef>
              <a:buClr>
                <a:srgbClr val="000000"/>
              </a:buClr>
              <a:buSzPct val="75000"/>
              <a:buFont typeface="Symbol" charset="2"/>
              <a:buChar char=""/>
            </a:pPr>
            <a:r>
              <a:rPr b="0" lang="en-US" sz="2800" spc="-1" strike="noStrike">
                <a:solidFill>
                  <a:schemeClr val="dk1"/>
                </a:solidFill>
                <a:latin typeface="Calibri"/>
              </a:rPr>
              <a:t>Do not use numbers directly, first assign them to a variable. </a:t>
            </a:r>
            <a:endParaRPr b="0" lang="en-US" sz="2800" spc="-1" strike="noStrike">
              <a:solidFill>
                <a:srgbClr val="000000"/>
              </a:solidFill>
              <a:latin typeface="Arial"/>
            </a:endParaRPr>
          </a:p>
          <a:p>
            <a:pPr marL="864000" indent="0" defTabSz="914400">
              <a:lnSpc>
                <a:spcPct val="90000"/>
              </a:lnSpc>
              <a:spcBef>
                <a:spcPts val="1001"/>
              </a:spcBef>
              <a:buNone/>
              <a:tabLst>
                <a:tab algn="l" pos="0"/>
              </a:tabLst>
            </a:pPr>
            <a:r>
              <a:rPr b="0" lang="en-US" sz="2800" spc="-1" strike="noStrike">
                <a:solidFill>
                  <a:schemeClr val="dk1"/>
                </a:solidFill>
                <a:latin typeface="Calibri"/>
              </a:rPr>
              <a:t>(e.g.</a:t>
            </a:r>
            <a:r>
              <a:rPr b="0" lang="en-US" sz="2800" spc="-1" strike="sngStrike">
                <a:solidFill>
                  <a:schemeClr val="dk1"/>
                </a:solidFill>
                <a:latin typeface="Calibri"/>
              </a:rPr>
              <a:t> if distance&gt;100,</a:t>
            </a:r>
            <a:r>
              <a:rPr b="0" lang="en-US" sz="2800" spc="-1" strike="noStrike">
                <a:solidFill>
                  <a:schemeClr val="dk1"/>
                </a:solidFill>
                <a:latin typeface="Calibri"/>
              </a:rPr>
              <a:t>   MAX_DISTANCE=100;if distance &gt;MAX_DISTANCE)</a:t>
            </a:r>
            <a:endParaRPr b="0" lang="en-US" sz="2800" spc="-1" strike="noStrike">
              <a:solidFill>
                <a:srgbClr val="000000"/>
              </a:solidFill>
              <a:latin typeface="Arial"/>
            </a:endParaRPr>
          </a:p>
          <a:p>
            <a:pPr lvl="1" marL="864000" indent="-324000" defTabSz="914400">
              <a:lnSpc>
                <a:spcPct val="90000"/>
              </a:lnSpc>
              <a:spcBef>
                <a:spcPts val="1001"/>
              </a:spcBef>
              <a:buClr>
                <a:srgbClr val="000000"/>
              </a:buClr>
              <a:buSzPct val="75000"/>
              <a:buFont typeface="Symbol" charset="2"/>
              <a:buChar char=""/>
              <a:tabLst>
                <a:tab algn="l" pos="0"/>
              </a:tabLst>
            </a:pPr>
            <a:r>
              <a:rPr b="0" lang="en-US" sz="2800" spc="-1" strike="noStrike">
                <a:solidFill>
                  <a:schemeClr val="dk1"/>
                </a:solidFill>
                <a:latin typeface="Calibri"/>
              </a:rPr>
              <a:t>Constant variable names are all capital (e.g. MAX_DISTANCE)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Minimum usage of global variables, always use local variables.</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title"/>
          </p:nvPr>
        </p:nvSpPr>
        <p:spPr>
          <a:xfrm>
            <a:off x="838080" y="365040"/>
            <a:ext cx="10512360" cy="6408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About Python</a:t>
            </a:r>
            <a:endParaRPr b="0" lang="en-US" sz="4400" spc="-1" strike="noStrike">
              <a:solidFill>
                <a:srgbClr val="000000"/>
              </a:solidFill>
              <a:latin typeface="Arial"/>
            </a:endParaRPr>
          </a:p>
        </p:txBody>
      </p:sp>
      <p:sp>
        <p:nvSpPr>
          <p:cNvPr id="61" name="PlaceHolder 2"/>
          <p:cNvSpPr>
            <a:spLocks noGrp="1"/>
          </p:cNvSpPr>
          <p:nvPr>
            <p:ph/>
          </p:nvPr>
        </p:nvSpPr>
        <p:spPr>
          <a:xfrm>
            <a:off x="838080" y="1107000"/>
            <a:ext cx="10512360" cy="50666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Python is an </a:t>
            </a:r>
            <a:r>
              <a:rPr b="0" i="1" lang="en-US" sz="2800" spc="-1" strike="noStrike">
                <a:solidFill>
                  <a:schemeClr val="dk1"/>
                </a:solidFill>
                <a:latin typeface="Calibri"/>
              </a:rPr>
              <a:t>interpreted</a:t>
            </a:r>
            <a:r>
              <a:rPr b="0" lang="en-US" sz="2800" spc="-1" strike="noStrike">
                <a:solidFill>
                  <a:schemeClr val="dk1"/>
                </a:solidFill>
                <a:latin typeface="Calibri"/>
              </a:rPr>
              <a:t>, </a:t>
            </a:r>
            <a:r>
              <a:rPr b="0" i="1" lang="en-US" sz="2800" spc="-1" strike="noStrike">
                <a:solidFill>
                  <a:schemeClr val="dk1"/>
                </a:solidFill>
                <a:latin typeface="Calibri"/>
              </a:rPr>
              <a:t>object-oriented</a:t>
            </a:r>
            <a:r>
              <a:rPr b="0" lang="en-US" sz="2800" spc="-1" strike="noStrike">
                <a:solidFill>
                  <a:schemeClr val="dk1"/>
                </a:solidFill>
                <a:latin typeface="Calibri"/>
              </a:rPr>
              <a:t> and </a:t>
            </a:r>
            <a:r>
              <a:rPr b="0" i="1" lang="en-US" sz="2800" spc="-1" strike="noStrike">
                <a:solidFill>
                  <a:schemeClr val="dk1"/>
                </a:solidFill>
                <a:latin typeface="Calibri"/>
              </a:rPr>
              <a:t>high-level </a:t>
            </a:r>
            <a:r>
              <a:rPr b="0" lang="en-US" sz="2800" spc="-1" strike="noStrike">
                <a:solidFill>
                  <a:schemeClr val="dk1"/>
                </a:solidFill>
                <a:latin typeface="Calibri"/>
              </a:rPr>
              <a:t>programming language.</a:t>
            </a:r>
            <a:endParaRPr b="0" lang="en-US" sz="2800" spc="-1" strike="noStrike">
              <a:solidFill>
                <a:srgbClr val="000000"/>
              </a:solidFill>
              <a:latin typeface="Arial"/>
            </a:endParaRPr>
          </a:p>
          <a:p>
            <a:pPr lvl="1" marL="864000" indent="-324000" defTabSz="914400">
              <a:lnSpc>
                <a:spcPct val="90000"/>
              </a:lnSpc>
              <a:spcBef>
                <a:spcPts val="1134"/>
              </a:spcBef>
              <a:buClr>
                <a:srgbClr val="000000"/>
              </a:buClr>
              <a:buSzPct val="75000"/>
              <a:buFont typeface="Symbol" charset="2"/>
              <a:buChar char=""/>
            </a:pPr>
            <a:r>
              <a:rPr b="0" lang="en-US" sz="2800" spc="-1" strike="noStrike">
                <a:solidFill>
                  <a:schemeClr val="dk1"/>
                </a:solidFill>
                <a:latin typeface="Calibri"/>
              </a:rPr>
              <a:t>C/C++/Rust/GO → compiled into binary (machine language)</a:t>
            </a:r>
            <a:endParaRPr b="0" lang="en-US" sz="2800" spc="-1" strike="noStrike">
              <a:solidFill>
                <a:srgbClr val="000000"/>
              </a:solidFill>
              <a:latin typeface="Arial"/>
            </a:endParaRPr>
          </a:p>
          <a:p>
            <a:pPr lvl="1" marL="864000" indent="-324000" defTabSz="914400">
              <a:lnSpc>
                <a:spcPct val="90000"/>
              </a:lnSpc>
              <a:spcBef>
                <a:spcPts val="1134"/>
              </a:spcBef>
              <a:buClr>
                <a:srgbClr val="000000"/>
              </a:buClr>
              <a:buSzPct val="75000"/>
              <a:buFont typeface="Symbol" charset="2"/>
              <a:buChar char=""/>
            </a:pPr>
            <a:r>
              <a:rPr b="0" lang="en-US" sz="2800" spc="-1" strike="noStrike">
                <a:solidFill>
                  <a:schemeClr val="dk1"/>
                </a:solidFill>
                <a:latin typeface="Calibri"/>
              </a:rPr>
              <a:t>Java → compiled into byte code, then byte codes are interpreted by jvm</a:t>
            </a:r>
            <a:endParaRPr b="0" lang="en-US" sz="2800" spc="-1" strike="noStrike">
              <a:solidFill>
                <a:srgbClr val="000000"/>
              </a:solidFill>
              <a:latin typeface="Arial"/>
            </a:endParaRPr>
          </a:p>
          <a:p>
            <a:pPr lvl="1" marL="864000" indent="-324000" defTabSz="914400">
              <a:lnSpc>
                <a:spcPct val="90000"/>
              </a:lnSpc>
              <a:spcBef>
                <a:spcPts val="1134"/>
              </a:spcBef>
              <a:buClr>
                <a:srgbClr val="000000"/>
              </a:buClr>
              <a:buSzPct val="75000"/>
              <a:buFont typeface="Symbol" charset="2"/>
              <a:buChar char=""/>
            </a:pPr>
            <a:r>
              <a:rPr b="0" lang="en-US" sz="2800" spc="-1" strike="noStrike">
                <a:solidFill>
                  <a:schemeClr val="dk1"/>
                </a:solidFill>
                <a:latin typeface="Calibri"/>
              </a:rPr>
              <a:t>Perl/PHP/Python/Shell Scripts (Bash) → Directly interpreted by their interpreter programs.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Created by Guido van Rossum, a Dutch programmer, in 1989.</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First public release: Python 0.9.0 in 1991.</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Python 2.0 released in 2000.</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Python 3.0 released in 2008.</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838080" y="365040"/>
            <a:ext cx="10512360" cy="6408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How to Access Python Interpreter?</a:t>
            </a:r>
            <a:endParaRPr b="0" lang="en-US" sz="4400" spc="-1" strike="noStrike">
              <a:solidFill>
                <a:srgbClr val="000000"/>
              </a:solidFill>
              <a:latin typeface="Arial"/>
            </a:endParaRPr>
          </a:p>
        </p:txBody>
      </p:sp>
      <p:sp>
        <p:nvSpPr>
          <p:cNvPr id="63" name="PlaceHolder 2"/>
          <p:cNvSpPr>
            <a:spLocks noGrp="1"/>
          </p:cNvSpPr>
          <p:nvPr>
            <p:ph/>
          </p:nvPr>
        </p:nvSpPr>
        <p:spPr>
          <a:xfrm>
            <a:off x="838080" y="1107000"/>
            <a:ext cx="10512360" cy="50666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Official Website: </a:t>
            </a:r>
            <a:r>
              <a:rPr b="0" lang="en-US" sz="2800" spc="-1" strike="noStrike" u="sng">
                <a:solidFill>
                  <a:schemeClr val="dk1"/>
                </a:solidFill>
                <a:uFillTx/>
                <a:latin typeface="Calibri"/>
                <a:hlinkClick r:id="rId1"/>
              </a:rPr>
              <a:t>https://www.python.org/</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Interpreter + pip</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Jupyter notebook via “jupyter” package</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Anaconda: </a:t>
            </a:r>
            <a:r>
              <a:rPr b="0" lang="en-US" sz="2800" spc="-1" strike="noStrike" u="sng">
                <a:solidFill>
                  <a:schemeClr val="dk1"/>
                </a:solidFill>
                <a:uFillTx/>
                <a:latin typeface="Calibri"/>
                <a:hlinkClick r:id="rId2"/>
              </a:rPr>
              <a:t>https://anaconda.org/</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Interpreter + conda + pip</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Jupyter notebook via “jupyter” package</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Google Colab: </a:t>
            </a:r>
            <a:r>
              <a:rPr b="0" lang="en-US" sz="2800" spc="-1" strike="noStrike" u="sng">
                <a:solidFill>
                  <a:schemeClr val="dk1"/>
                </a:solidFill>
                <a:uFillTx/>
                <a:latin typeface="Calibri"/>
                <a:hlinkClick r:id="rId3"/>
              </a:rPr>
              <a:t>https://colab.research.google.com/</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tabLst>
                <a:tab algn="l" pos="0"/>
              </a:tabLst>
            </a:pPr>
            <a:r>
              <a:rPr b="0" lang="en-US" sz="2400" spc="-1" strike="noStrike">
                <a:solidFill>
                  <a:schemeClr val="dk1"/>
                </a:solidFill>
                <a:latin typeface="Calibri"/>
              </a:rPr>
              <a:t>Via Colab notebooks (like Jupyter notebooks)</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Kaggle: </a:t>
            </a:r>
            <a:r>
              <a:rPr b="0" lang="en-US" sz="2800" spc="-1" strike="noStrike" u="sng">
                <a:solidFill>
                  <a:schemeClr val="dk1"/>
                </a:solidFill>
                <a:uFillTx/>
                <a:latin typeface="Calibri"/>
                <a:hlinkClick r:id="rId4"/>
              </a:rPr>
              <a:t>https://www.kaggle.com/</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tabLst>
                <a:tab algn="l" pos="0"/>
              </a:tabLst>
            </a:pPr>
            <a:r>
              <a:rPr b="0" lang="en-US" sz="2400" spc="-1" strike="noStrike">
                <a:solidFill>
                  <a:schemeClr val="dk1"/>
                </a:solidFill>
                <a:latin typeface="Calibri"/>
              </a:rPr>
              <a:t>Via Kaggle notebooks (like Jupyter notbooks)</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childTnLst>
                                    <p:set>
                                      <p:cBhvr>
                                        <p:cTn id="6" dur="1" fill="hold">
                                          <p:stCondLst>
                                            <p:cond delay="0"/>
                                          </p:stCondLst>
                                        </p:cTn>
                                        <p:tgtEl>
                                          <p:spTgt spid="63">
                                            <p:txEl>
                                              <p:pRg st="6" end="6"/>
                                            </p:txEl>
                                          </p:spTgt>
                                        </p:tgtEl>
                                        <p:attrNameLst>
                                          <p:attrName>style.visibility</p:attrName>
                                        </p:attrNameLst>
                                      </p:cBhvr>
                                      <p:to>
                                        <p:strVal val="visible"/>
                                      </p:to>
                                    </p:set>
                                  </p:childTnLst>
                                </p:cTn>
                              </p:par>
                              <p:par>
                                <p:cTn id="7" nodeType="withEffect" fill="hold" presetClass="entr" presetID="1">
                                  <p:stCondLst>
                                    <p:cond delay="0"/>
                                  </p:stCondLst>
                                  <p:childTnLst>
                                    <p:set>
                                      <p:cBhvr>
                                        <p:cTn id="8" dur="1" fill="hold">
                                          <p:stCondLst>
                                            <p:cond delay="0"/>
                                          </p:stCondLst>
                                        </p:cTn>
                                        <p:tgtEl>
                                          <p:spTgt spid="63">
                                            <p:txEl>
                                              <p:pRg st="7" end="7"/>
                                            </p:txEl>
                                          </p:spTgt>
                                        </p:tgtEl>
                                        <p:attrNameLst>
                                          <p:attrName>style.visibility</p:attrName>
                                        </p:attrNameLst>
                                      </p:cBhvr>
                                      <p:to>
                                        <p:strVal val="visible"/>
                                      </p:to>
                                    </p:set>
                                  </p:childTnLst>
                                </p:cTn>
                              </p:par>
                              <p:par>
                                <p:cTn id="9" nodeType="withEffect" fill="hold" presetClass="entr" presetID="1">
                                  <p:stCondLst>
                                    <p:cond delay="0"/>
                                  </p:stCondLst>
                                  <p:childTnLst>
                                    <p:set>
                                      <p:cBhvr>
                                        <p:cTn id="10" dur="1" fill="hold">
                                          <p:stCondLst>
                                            <p:cond delay="0"/>
                                          </p:stCondLst>
                                        </p:cTn>
                                        <p:tgtEl>
                                          <p:spTgt spid="63">
                                            <p:txEl>
                                              <p:pRg st="8" end="8"/>
                                            </p:txEl>
                                          </p:spTgt>
                                        </p:tgtEl>
                                        <p:attrNameLst>
                                          <p:attrName>style.visibility</p:attrName>
                                        </p:attrNameLst>
                                      </p:cBhvr>
                                      <p:to>
                                        <p:strVal val="visible"/>
                                      </p:to>
                                    </p:set>
                                  </p:childTnLst>
                                </p:cTn>
                              </p:par>
                              <p:par>
                                <p:cTn id="11" nodeType="withEffect" fill="hold" presetClass="entr" presetID="1">
                                  <p:stCondLst>
                                    <p:cond delay="0"/>
                                  </p:stCondLst>
                                  <p:childTnLst>
                                    <p:set>
                                      <p:cBhvr>
                                        <p:cTn id="12" dur="1" fill="hold">
                                          <p:stCondLst>
                                            <p:cond delay="0"/>
                                          </p:stCondLst>
                                        </p:cTn>
                                        <p:tgtEl>
                                          <p:spTgt spid="63">
                                            <p:txEl>
                                              <p:pRg st="9" end="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4" name="PlaceHolder 1"/>
          <p:cNvSpPr>
            <a:spLocks noGrp="1"/>
          </p:cNvSpPr>
          <p:nvPr>
            <p:ph type="title"/>
          </p:nvPr>
        </p:nvSpPr>
        <p:spPr>
          <a:xfrm>
            <a:off x="838080" y="365040"/>
            <a:ext cx="8989560" cy="639360"/>
          </a:xfrm>
          <a:prstGeom prst="rect">
            <a:avLst/>
          </a:prstGeom>
          <a:noFill/>
          <a:ln w="0">
            <a:noFill/>
          </a:ln>
        </p:spPr>
        <p:txBody>
          <a:bodyPr lIns="91440" rIns="91440" tIns="45720" bIns="45720" anchor="ctr">
            <a:normAutofit fontScale="64999"/>
          </a:bodyPr>
          <a:p>
            <a:pPr indent="0" defTabSz="914400">
              <a:lnSpc>
                <a:spcPct val="90000"/>
              </a:lnSpc>
              <a:buNone/>
              <a:tabLst>
                <a:tab algn="l" pos="0"/>
              </a:tabLst>
            </a:pPr>
            <a:r>
              <a:rPr b="1" lang="en-US" sz="5200" spc="-1" strike="noStrike">
                <a:solidFill>
                  <a:srgbClr val="c00000"/>
                </a:solidFill>
                <a:latin typeface="Calibri Light"/>
              </a:rPr>
              <a:t>OR - Windows Subsystem for Linux (WSL)</a:t>
            </a:r>
            <a:endParaRPr b="0" lang="en-US" sz="5200" spc="-1" strike="noStrike">
              <a:solidFill>
                <a:srgbClr val="000000"/>
              </a:solidFill>
              <a:latin typeface="Arial"/>
            </a:endParaRPr>
          </a:p>
        </p:txBody>
      </p:sp>
      <p:sp>
        <p:nvSpPr>
          <p:cNvPr id="65" name=""/>
          <p:cNvSpPr/>
          <p:nvPr/>
        </p:nvSpPr>
        <p:spPr>
          <a:xfrm>
            <a:off x="228600" y="1160640"/>
            <a:ext cx="11656440" cy="5347440"/>
          </a:xfrm>
          <a:prstGeom prst="rect">
            <a:avLst/>
          </a:prstGeom>
          <a:noFill/>
          <a:ln w="0">
            <a:solidFill>
              <a:srgbClr val="3465a4"/>
            </a:solidFill>
          </a:ln>
        </p:spPr>
        <p:style>
          <a:lnRef idx="0"/>
          <a:fillRef idx="0"/>
          <a:effectRef idx="0"/>
          <a:fontRef idx="minor"/>
        </p:style>
        <p:txBody>
          <a:bodyPr lIns="90000" rIns="90000" tIns="45000" bIns="45000" anchor="t">
            <a:noAutofit/>
          </a:bodyPr>
          <a:p>
            <a:pPr>
              <a:lnSpc>
                <a:spcPct val="100000"/>
              </a:lnSpc>
            </a:pPr>
            <a:r>
              <a:rPr b="1" lang="en-US" sz="1600" spc="-1" strike="noStrike">
                <a:solidFill>
                  <a:srgbClr val="c9211e"/>
                </a:solidFill>
                <a:latin typeface="Liberation Mono;Courier New;Cousine;DejaVu Sans Mono"/>
                <a:ea typeface="Liberation Mono;Courier New;Cousine;DejaVu Sans Mono"/>
              </a:rPr>
              <a:t>## </a:t>
            </a:r>
            <a:r>
              <a:rPr b="1" lang="en-US" sz="1600" spc="-1" strike="noStrike" u="sng">
                <a:solidFill>
                  <a:srgbClr val="0563c1"/>
                </a:solidFill>
                <a:uFillTx/>
                <a:latin typeface="Liberation Mono;Courier New;Cousine;DejaVu Sans Mono"/>
                <a:ea typeface="Liberation Mono;Courier New;Cousine;DejaVu Sans Mono"/>
                <a:hlinkClick r:id="rId1"/>
              </a:rPr>
              <a:t>https://learn.microsoft.com/en-us/windows/wsl/install</a:t>
            </a:r>
            <a:endParaRPr b="0" lang="en-US" sz="1600" spc="-1" strike="noStrike">
              <a:solidFill>
                <a:srgbClr val="000000"/>
              </a:solidFill>
              <a:latin typeface="Arial"/>
            </a:endParaRPr>
          </a:p>
          <a:p>
            <a:pPr>
              <a:lnSpc>
                <a:spcPct val="100000"/>
              </a:lnSpc>
            </a:pPr>
            <a:r>
              <a:rPr b="1" lang="en-US" sz="1600" spc="-1" strike="noStrike">
                <a:solidFill>
                  <a:srgbClr val="c9211e"/>
                </a:solidFill>
                <a:latin typeface="Liberation Mono;Courier New;Cousine;DejaVu Sans Mono"/>
                <a:ea typeface="Liberation Mono;Courier New;Cousine;DejaVu Sans Mono"/>
              </a:rPr>
              <a:t>## </a:t>
            </a:r>
            <a:r>
              <a:rPr b="1" lang="en-US" sz="1600" spc="-1" strike="noStrike" u="sng">
                <a:solidFill>
                  <a:srgbClr val="0563c1"/>
                </a:solidFill>
                <a:uFillTx/>
                <a:latin typeface="Liberation Mono;Courier New;Cousine;DejaVu Sans Mono"/>
                <a:ea typeface="Liberation Mono;Courier New;Cousine;DejaVu Sans Mono"/>
                <a:hlinkClick r:id="rId2"/>
              </a:rPr>
              <a:t>https://ubuntu.com/desktop/wsl</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1" lang="en-US" sz="1600" spc="-1" strike="noStrike">
                <a:solidFill>
                  <a:srgbClr val="c9211e"/>
                </a:solidFill>
                <a:latin typeface="Liberation Mono;Courier New;Cousine;DejaVu Sans Mono"/>
                <a:ea typeface="Liberation Mono;Courier New;Cousine;DejaVu Sans Mono"/>
              </a:rPr>
              <a:t>## In poweshell :</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0" lang="en-US" sz="1600" spc="-1" strike="noStrike">
                <a:solidFill>
                  <a:srgbClr val="000000"/>
                </a:solidFill>
                <a:latin typeface="Liberation Mono;Courier New;Cousine;DejaVu Sans Mono"/>
                <a:ea typeface="Liberation Mono;Courier New;Cousine;DejaVu Sans Mono"/>
              </a:rPr>
              <a:t>Wsl --list --online  </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0" lang="en-US" sz="1600" spc="-1" strike="noStrike">
                <a:solidFill>
                  <a:srgbClr val="000000"/>
                </a:solidFill>
                <a:latin typeface="Liberation Mono;Courier New;Cousine;DejaVu Sans Mono"/>
                <a:ea typeface="Liberation Mono;Courier New;Cousine;DejaVu Sans Mono"/>
              </a:rPr>
              <a:t>Wsl --install Ubuntu-24.04</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0" lang="en-US" sz="1600" spc="-1" strike="noStrike">
                <a:solidFill>
                  <a:srgbClr val="000000"/>
                </a:solidFill>
                <a:latin typeface="Liberation Mono;Courier New;Cousine;DejaVu Sans Mono"/>
                <a:ea typeface="Liberation Mono;Courier New;Cousine;DejaVu Sans Mono"/>
              </a:rPr>
              <a:t>Wsl -d Ubuntu-24.04</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1" lang="en-US" sz="1600" spc="-1" strike="noStrike">
                <a:solidFill>
                  <a:srgbClr val="c9211e"/>
                </a:solidFill>
                <a:latin typeface="Liberation Mono;Courier New;Cousine;DejaVu Sans Mono"/>
                <a:ea typeface="Liberation Mono;Courier New;Cousine;DejaVu Sans Mono"/>
              </a:rPr>
              <a:t>## Linux Shell Starts Here</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0" lang="en-US" sz="1600" spc="-1" strike="noStrike">
                <a:solidFill>
                  <a:srgbClr val="000000"/>
                </a:solidFill>
                <a:latin typeface="Liberation Mono;Courier New;Cousine;DejaVu Sans Mono"/>
                <a:ea typeface="Liberation Mono;Courier New;Cousine;DejaVu Sans Mono"/>
              </a:rPr>
              <a:t>sudo apt update    </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Liberation Mono;Courier New;Cousine;DejaVu Sans Mono"/>
                <a:ea typeface="Liberation Mono;Courier New;Cousine;DejaVu Sans Mono"/>
              </a:rPr>
              <a:t>sudo apt install python3-pip</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Liberation Mono;Courier New;Cousine;DejaVu Sans Mono"/>
                <a:ea typeface="Liberation Mono;Courier New;Cousine;DejaVu Sans Mono"/>
              </a:rPr>
              <a:t>pip3 install matplotlib numpy pandas</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0" lang="en-US" sz="1600" spc="-1" strike="noStrike">
                <a:solidFill>
                  <a:srgbClr val="c9211e"/>
                </a:solidFill>
                <a:latin typeface="Liberation Mono;Courier New;Cousine;DejaVu Sans Mono"/>
                <a:ea typeface="Liberation Mono;Courier New;Cousine;DejaVu Sans Mono"/>
              </a:rPr>
              <a:t>## The first time you run code from Ubuntu, it will trigger a download of the necessary</a:t>
            </a:r>
            <a:r>
              <a:rPr b="0" lang="en-US" sz="1600" spc="-1" strike="noStrike">
                <a:solidFill>
                  <a:srgbClr val="000000"/>
                </a:solidFill>
                <a:latin typeface="Liberation Mono;Courier New;Cousine;DejaVu Sans Mono"/>
                <a:ea typeface="Liberation Mono;Courier New;Cousine;DejaVu Sans Mono"/>
              </a:rPr>
              <a:t> dependencies:</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Liberation Mono;Courier New;Cousine;DejaVu Sans Mono"/>
                <a:ea typeface="Liberation Mono;Courier New;Cousine;DejaVu Sans Mono"/>
              </a:rPr>
              <a:t>code .  </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838080" y="365040"/>
            <a:ext cx="10512360" cy="6408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Python Basics</a:t>
            </a:r>
            <a:endParaRPr b="0" lang="en-US" sz="4400" spc="-1" strike="noStrike">
              <a:solidFill>
                <a:srgbClr val="000000"/>
              </a:solidFill>
              <a:latin typeface="Arial"/>
            </a:endParaRPr>
          </a:p>
        </p:txBody>
      </p:sp>
      <p:sp>
        <p:nvSpPr>
          <p:cNvPr id="67" name="PlaceHolder 2"/>
          <p:cNvSpPr>
            <a:spLocks noGrp="1"/>
          </p:cNvSpPr>
          <p:nvPr>
            <p:ph/>
          </p:nvPr>
        </p:nvSpPr>
        <p:spPr>
          <a:xfrm>
            <a:off x="838080" y="1107000"/>
            <a:ext cx="10512360" cy="50666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Variable naming: case-sensitive (e.g., temp vs Temp vs TEMP)</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Reserved words: cannot be used as variables.</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False as continue else from in not return yield None assert def except global is or try True break del finally if lambda pass while and class elif for import nonlocal raise with</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Dynamically typed: No declarations are needed for the variables.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Everything is basically an Object.</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Indentation is very important ! </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838080" y="365040"/>
            <a:ext cx="10512360" cy="6408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Indentation</a:t>
            </a:r>
            <a:endParaRPr b="0" lang="en-US" sz="4400" spc="-1" strike="noStrike">
              <a:solidFill>
                <a:srgbClr val="000000"/>
              </a:solidFill>
              <a:latin typeface="Arial"/>
            </a:endParaRPr>
          </a:p>
        </p:txBody>
      </p:sp>
      <p:sp>
        <p:nvSpPr>
          <p:cNvPr id="69" name=""/>
          <p:cNvSpPr/>
          <p:nvPr/>
        </p:nvSpPr>
        <p:spPr>
          <a:xfrm>
            <a:off x="395280" y="1300320"/>
            <a:ext cx="5637240" cy="4640760"/>
          </a:xfrm>
          <a:prstGeom prst="rect">
            <a:avLst/>
          </a:prstGeom>
          <a:solidFill>
            <a:srgbClr val="000000"/>
          </a:solidFill>
          <a:ln w="0">
            <a:solidFill>
              <a:srgbClr val="3465a4"/>
            </a:solid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ffffff"/>
                </a:solidFill>
                <a:latin typeface="Arial"/>
              </a:rPr>
              <a:t>import sys</a:t>
            </a:r>
            <a:endParaRPr b="0" lang="en-US" sz="1800" spc="-1" strike="noStrike">
              <a:solidFill>
                <a:srgbClr val="ffffff"/>
              </a:solidFill>
              <a:latin typeface="Arial"/>
            </a:endParaRPr>
          </a:p>
          <a:p>
            <a:pPr>
              <a:lnSpc>
                <a:spcPct val="100000"/>
              </a:lnSpc>
            </a:pPr>
            <a:endParaRPr b="0" lang="en-US" sz="1800" spc="-1" strike="noStrike">
              <a:solidFill>
                <a:srgbClr val="ffffff"/>
              </a:solidFill>
              <a:latin typeface="Arial"/>
            </a:endParaRPr>
          </a:p>
          <a:p>
            <a:pPr>
              <a:lnSpc>
                <a:spcPct val="100000"/>
              </a:lnSpc>
            </a:pPr>
            <a:r>
              <a:rPr b="0" lang="en-US" sz="1800" spc="-1" strike="noStrike">
                <a:solidFill>
                  <a:srgbClr val="ffffff"/>
                </a:solidFill>
                <a:latin typeface="Arial"/>
              </a:rPr>
              <a:t>def main():</a:t>
            </a:r>
            <a:endParaRPr b="0" lang="en-US" sz="1800" spc="-1" strike="noStrike">
              <a:solidFill>
                <a:srgbClr val="ffffff"/>
              </a:solidFill>
              <a:latin typeface="Arial"/>
            </a:endParaRPr>
          </a:p>
          <a:p>
            <a:pPr>
              <a:lnSpc>
                <a:spcPct val="100000"/>
              </a:lnSpc>
            </a:pPr>
            <a:r>
              <a:rPr b="0" lang="en-US" sz="1800" spc="-1" strike="noStrike">
                <a:solidFill>
                  <a:srgbClr val="ffffff"/>
                </a:solidFill>
                <a:latin typeface="Arial"/>
              </a:rPr>
              <a:t>   </a:t>
            </a:r>
            <a:r>
              <a:rPr b="0" lang="en-US" sz="1800" spc="-1" strike="noStrike">
                <a:solidFill>
                  <a:srgbClr val="ffffff"/>
                </a:solidFill>
                <a:latin typeface="Arial"/>
              </a:rPr>
              <a:t>if len(sys.argv) &lt; 2 :</a:t>
            </a:r>
            <a:endParaRPr b="0" lang="en-US" sz="1800" spc="-1" strike="noStrike">
              <a:solidFill>
                <a:srgbClr val="ffffff"/>
              </a:solidFill>
              <a:latin typeface="Arial"/>
            </a:endParaRPr>
          </a:p>
          <a:p>
            <a:pPr>
              <a:lnSpc>
                <a:spcPct val="100000"/>
              </a:lnSpc>
            </a:pPr>
            <a:r>
              <a:rPr b="0" lang="en-US" sz="1800" spc="-1" strike="noStrike">
                <a:solidFill>
                  <a:srgbClr val="ffffff"/>
                </a:solidFill>
                <a:latin typeface="Arial"/>
              </a:rPr>
              <a:t>       </a:t>
            </a:r>
            <a:r>
              <a:rPr b="0" lang="en-US" sz="1800" spc="-1" strike="noStrike">
                <a:solidFill>
                  <a:srgbClr val="ffffff"/>
                </a:solidFill>
                <a:latin typeface="Arial"/>
              </a:rPr>
              <a:t>print("Usage: python3 main.py &lt;first_argument&gt;")</a:t>
            </a:r>
            <a:endParaRPr b="0" lang="en-US" sz="1800" spc="-1" strike="noStrike">
              <a:solidFill>
                <a:srgbClr val="ffffff"/>
              </a:solidFill>
              <a:latin typeface="Arial"/>
            </a:endParaRPr>
          </a:p>
          <a:p>
            <a:pPr>
              <a:lnSpc>
                <a:spcPct val="100000"/>
              </a:lnSpc>
            </a:pPr>
            <a:r>
              <a:rPr b="0" lang="en-US" sz="1800" spc="-1" strike="noStrike">
                <a:solidFill>
                  <a:srgbClr val="ffffff"/>
                </a:solidFill>
                <a:latin typeface="Arial"/>
              </a:rPr>
              <a:t>       </a:t>
            </a:r>
            <a:r>
              <a:rPr b="0" lang="en-US" sz="1800" spc="-1" strike="noStrike">
                <a:solidFill>
                  <a:srgbClr val="ffffff"/>
                </a:solidFill>
                <a:latin typeface="Arial"/>
              </a:rPr>
              <a:t>exit(1)</a:t>
            </a:r>
            <a:endParaRPr b="0" lang="en-US" sz="1800" spc="-1" strike="noStrike">
              <a:solidFill>
                <a:srgbClr val="ffffff"/>
              </a:solidFill>
              <a:latin typeface="Arial"/>
            </a:endParaRPr>
          </a:p>
          <a:p>
            <a:pPr>
              <a:lnSpc>
                <a:spcPct val="100000"/>
              </a:lnSpc>
            </a:pPr>
            <a:r>
              <a:rPr b="0" lang="en-US" sz="1800" spc="-1" strike="noStrike">
                <a:solidFill>
                  <a:srgbClr val="ffffff"/>
                </a:solidFill>
                <a:latin typeface="Arial"/>
              </a:rPr>
              <a:t>   </a:t>
            </a:r>
            <a:r>
              <a:rPr b="0" lang="en-US" sz="1800" spc="-1" strike="noStrike">
                <a:solidFill>
                  <a:srgbClr val="ffffff"/>
                </a:solidFill>
                <a:latin typeface="Arial"/>
              </a:rPr>
              <a:t>FIRST_ARGUMENT=float(sys.argv[1])</a:t>
            </a:r>
            <a:endParaRPr b="0" lang="en-US" sz="1800" spc="-1" strike="noStrike">
              <a:solidFill>
                <a:srgbClr val="ffffff"/>
              </a:solidFill>
              <a:latin typeface="Arial"/>
            </a:endParaRPr>
          </a:p>
          <a:p>
            <a:pPr>
              <a:lnSpc>
                <a:spcPct val="100000"/>
              </a:lnSpc>
            </a:pPr>
            <a:r>
              <a:rPr b="0" lang="en-US" sz="1800" spc="-1" strike="noStrike">
                <a:solidFill>
                  <a:srgbClr val="ffffff"/>
                </a:solidFill>
                <a:latin typeface="Arial"/>
              </a:rPr>
              <a:t>   </a:t>
            </a:r>
            <a:r>
              <a:rPr b="0" lang="en-US" sz="1800" spc="-1" strike="noStrike">
                <a:solidFill>
                  <a:srgbClr val="ffffff"/>
                </a:solidFill>
                <a:latin typeface="Arial"/>
              </a:rPr>
              <a:t>COEFFICIENT=6.75</a:t>
            </a:r>
            <a:endParaRPr b="0" lang="en-US" sz="1800" spc="-1" strike="noStrike">
              <a:solidFill>
                <a:srgbClr val="ffffff"/>
              </a:solidFill>
              <a:latin typeface="Arial"/>
            </a:endParaRPr>
          </a:p>
          <a:p>
            <a:pPr>
              <a:lnSpc>
                <a:spcPct val="100000"/>
              </a:lnSpc>
            </a:pPr>
            <a:r>
              <a:rPr b="0" lang="en-US" sz="1800" spc="-1" strike="noStrike">
                <a:solidFill>
                  <a:srgbClr val="ffffff"/>
                </a:solidFill>
                <a:latin typeface="Arial"/>
              </a:rPr>
              <a:t>   </a:t>
            </a:r>
            <a:r>
              <a:rPr b="0" lang="en-US" sz="1800" spc="-1" strike="noStrike">
                <a:solidFill>
                  <a:srgbClr val="ffffff"/>
                </a:solidFill>
                <a:latin typeface="Arial"/>
              </a:rPr>
              <a:t>RESULT=COEFFICIENT*FIRST_ARGUMENT</a:t>
            </a:r>
            <a:endParaRPr b="0" lang="en-US" sz="1800" spc="-1" strike="noStrike">
              <a:solidFill>
                <a:srgbClr val="ffffff"/>
              </a:solidFill>
              <a:latin typeface="Arial"/>
            </a:endParaRPr>
          </a:p>
          <a:p>
            <a:pPr>
              <a:lnSpc>
                <a:spcPct val="100000"/>
              </a:lnSpc>
            </a:pPr>
            <a:r>
              <a:rPr b="0" lang="en-US" sz="1800" spc="-1" strike="noStrike">
                <a:solidFill>
                  <a:srgbClr val="ffffff"/>
                </a:solidFill>
                <a:latin typeface="Arial"/>
              </a:rPr>
              <a:t>   </a:t>
            </a:r>
            <a:r>
              <a:rPr b="0" lang="en-US" sz="1800" spc="-1" strike="noStrike">
                <a:solidFill>
                  <a:srgbClr val="ffffff"/>
                </a:solidFill>
                <a:latin typeface="Arial"/>
              </a:rPr>
              <a:t>print(f"RESULT={RESULT}")</a:t>
            </a:r>
            <a:endParaRPr b="0" lang="en-US" sz="1800" spc="-1" strike="noStrike">
              <a:solidFill>
                <a:srgbClr val="ffffff"/>
              </a:solidFill>
              <a:latin typeface="Arial"/>
            </a:endParaRPr>
          </a:p>
          <a:p>
            <a:pPr>
              <a:lnSpc>
                <a:spcPct val="100000"/>
              </a:lnSpc>
            </a:pPr>
            <a:r>
              <a:rPr b="0" lang="en-US" sz="1800" spc="-1" strike="noStrike">
                <a:solidFill>
                  <a:srgbClr val="ffffff"/>
                </a:solidFill>
                <a:latin typeface="Arial"/>
              </a:rPr>
              <a:t>   </a:t>
            </a:r>
            <a:r>
              <a:rPr b="0" lang="en-US" sz="1800" spc="-1" strike="noStrike">
                <a:solidFill>
                  <a:srgbClr val="ffffff"/>
                </a:solidFill>
                <a:highlight>
                  <a:srgbClr val="2a6099"/>
                </a:highlight>
                <a:latin typeface="Arial"/>
              </a:rPr>
              <a:t>USER_INPUT=input("Enter Another VALUE: ")</a:t>
            </a:r>
            <a:endParaRPr b="0" lang="en-US" sz="1800" spc="-1" strike="noStrike">
              <a:solidFill>
                <a:srgbClr val="ffffff"/>
              </a:solidFill>
              <a:latin typeface="Arial"/>
            </a:endParaRPr>
          </a:p>
          <a:p>
            <a:pPr>
              <a:lnSpc>
                <a:spcPct val="100000"/>
              </a:lnSpc>
            </a:pPr>
            <a:r>
              <a:rPr b="0" lang="en-US" sz="1800" spc="-1" strike="noStrike">
                <a:solidFill>
                  <a:srgbClr val="ffffff"/>
                </a:solidFill>
                <a:latin typeface="Arial"/>
              </a:rPr>
              <a:t>   </a:t>
            </a:r>
            <a:r>
              <a:rPr b="0" lang="en-US" sz="1800" spc="-1" strike="noStrike">
                <a:solidFill>
                  <a:srgbClr val="ffffff"/>
                </a:solidFill>
                <a:latin typeface="Arial"/>
              </a:rPr>
              <a:t>RESULT=COEFFICIENT*float(USER_INPUT)</a:t>
            </a:r>
            <a:endParaRPr b="0" lang="en-US" sz="1800" spc="-1" strike="noStrike">
              <a:solidFill>
                <a:srgbClr val="ffffff"/>
              </a:solidFill>
              <a:latin typeface="Arial"/>
            </a:endParaRPr>
          </a:p>
          <a:p>
            <a:pPr>
              <a:lnSpc>
                <a:spcPct val="100000"/>
              </a:lnSpc>
            </a:pPr>
            <a:r>
              <a:rPr b="0" lang="en-US" sz="1800" spc="-1" strike="noStrike">
                <a:solidFill>
                  <a:srgbClr val="ffffff"/>
                </a:solidFill>
                <a:latin typeface="Arial"/>
              </a:rPr>
              <a:t>   </a:t>
            </a:r>
            <a:r>
              <a:rPr b="0" lang="en-US" sz="1800" spc="-1" strike="noStrike">
                <a:solidFill>
                  <a:srgbClr val="ffffff"/>
                </a:solidFill>
                <a:latin typeface="Arial"/>
              </a:rPr>
              <a:t>print(f"2. RESULT={RESULT}")</a:t>
            </a:r>
            <a:endParaRPr b="0" lang="en-US" sz="1800" spc="-1" strike="noStrike">
              <a:solidFill>
                <a:srgbClr val="ffffff"/>
              </a:solidFill>
              <a:latin typeface="Arial"/>
            </a:endParaRPr>
          </a:p>
          <a:p>
            <a:pPr>
              <a:lnSpc>
                <a:spcPct val="100000"/>
              </a:lnSpc>
            </a:pPr>
            <a:endParaRPr b="0" lang="en-US" sz="1800" spc="-1" strike="noStrike">
              <a:solidFill>
                <a:srgbClr val="ffffff"/>
              </a:solidFill>
              <a:latin typeface="Arial"/>
            </a:endParaRPr>
          </a:p>
          <a:p>
            <a:pPr>
              <a:lnSpc>
                <a:spcPct val="100000"/>
              </a:lnSpc>
            </a:pPr>
            <a:r>
              <a:rPr b="0" lang="en-US" sz="1800" spc="-1" strike="noStrike">
                <a:solidFill>
                  <a:srgbClr val="ffffff"/>
                </a:solidFill>
                <a:latin typeface="Arial"/>
              </a:rPr>
              <a:t>if __name__ == '__main__':</a:t>
            </a:r>
            <a:endParaRPr b="0" lang="en-US" sz="1800" spc="-1" strike="noStrike">
              <a:solidFill>
                <a:srgbClr val="ffffff"/>
              </a:solidFill>
              <a:latin typeface="Arial"/>
            </a:endParaRPr>
          </a:p>
          <a:p>
            <a:pPr>
              <a:lnSpc>
                <a:spcPct val="100000"/>
              </a:lnSpc>
            </a:pPr>
            <a:r>
              <a:rPr b="0" lang="en-US" sz="1800" spc="-1" strike="noStrike">
                <a:solidFill>
                  <a:srgbClr val="ffffff"/>
                </a:solidFill>
                <a:latin typeface="Arial"/>
              </a:rPr>
              <a:t> </a:t>
            </a:r>
            <a:r>
              <a:rPr b="0" lang="en-US" sz="1800" spc="-1" strike="noStrike">
                <a:solidFill>
                  <a:srgbClr val="ffffff"/>
                </a:solidFill>
                <a:latin typeface="Arial"/>
              </a:rPr>
              <a:t>main()</a:t>
            </a:r>
            <a:endParaRPr b="0" lang="en-US" sz="1800" spc="-1" strike="noStrike">
              <a:solidFill>
                <a:srgbClr val="ffffff"/>
              </a:solidFill>
              <a:latin typeface="Arial"/>
            </a:endParaRPr>
          </a:p>
        </p:txBody>
      </p:sp>
      <p:sp>
        <p:nvSpPr>
          <p:cNvPr id="70" name=""/>
          <p:cNvSpPr/>
          <p:nvPr/>
        </p:nvSpPr>
        <p:spPr>
          <a:xfrm>
            <a:off x="6191280" y="1300320"/>
            <a:ext cx="5637240" cy="4640760"/>
          </a:xfrm>
          <a:prstGeom prst="rect">
            <a:avLst/>
          </a:prstGeom>
          <a:solidFill>
            <a:srgbClr val="000000"/>
          </a:solidFill>
          <a:ln w="0">
            <a:solidFill>
              <a:srgbClr val="3465a4"/>
            </a:solid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ffffff"/>
                </a:solidFill>
                <a:latin typeface="Arial"/>
              </a:rPr>
              <a:t>import sys</a:t>
            </a:r>
            <a:endParaRPr b="0" lang="en-US" sz="1800" spc="-1" strike="noStrike">
              <a:solidFill>
                <a:srgbClr val="ffffff"/>
              </a:solidFill>
              <a:latin typeface="Arial"/>
            </a:endParaRPr>
          </a:p>
          <a:p>
            <a:pPr>
              <a:lnSpc>
                <a:spcPct val="100000"/>
              </a:lnSpc>
            </a:pPr>
            <a:endParaRPr b="0" lang="en-US" sz="1800" spc="-1" strike="noStrike">
              <a:solidFill>
                <a:srgbClr val="ffffff"/>
              </a:solidFill>
              <a:latin typeface="Arial"/>
            </a:endParaRPr>
          </a:p>
          <a:p>
            <a:pPr>
              <a:lnSpc>
                <a:spcPct val="100000"/>
              </a:lnSpc>
            </a:pPr>
            <a:r>
              <a:rPr b="0" lang="en-US" sz="1800" spc="-1" strike="noStrike">
                <a:solidFill>
                  <a:srgbClr val="ffffff"/>
                </a:solidFill>
                <a:latin typeface="Arial"/>
              </a:rPr>
              <a:t>def main():</a:t>
            </a:r>
            <a:endParaRPr b="0" lang="en-US" sz="1800" spc="-1" strike="noStrike">
              <a:solidFill>
                <a:srgbClr val="ffffff"/>
              </a:solidFill>
              <a:latin typeface="Arial"/>
            </a:endParaRPr>
          </a:p>
          <a:p>
            <a:pPr>
              <a:lnSpc>
                <a:spcPct val="100000"/>
              </a:lnSpc>
            </a:pPr>
            <a:r>
              <a:rPr b="0" lang="en-US" sz="1800" spc="-1" strike="noStrike">
                <a:solidFill>
                  <a:srgbClr val="ffffff"/>
                </a:solidFill>
                <a:latin typeface="Arial"/>
              </a:rPr>
              <a:t>   </a:t>
            </a:r>
            <a:r>
              <a:rPr b="0" lang="en-US" sz="1800" spc="-1" strike="noStrike">
                <a:solidFill>
                  <a:srgbClr val="ffffff"/>
                </a:solidFill>
                <a:latin typeface="Arial"/>
              </a:rPr>
              <a:t>if len(sys.argv) &lt; 2 :</a:t>
            </a:r>
            <a:endParaRPr b="0" lang="en-US" sz="1800" spc="-1" strike="noStrike">
              <a:solidFill>
                <a:srgbClr val="ffffff"/>
              </a:solidFill>
              <a:latin typeface="Arial"/>
            </a:endParaRPr>
          </a:p>
          <a:p>
            <a:pPr>
              <a:lnSpc>
                <a:spcPct val="100000"/>
              </a:lnSpc>
            </a:pPr>
            <a:r>
              <a:rPr b="0" lang="en-US" sz="1800" spc="-1" strike="noStrike">
                <a:solidFill>
                  <a:srgbClr val="ffffff"/>
                </a:solidFill>
                <a:latin typeface="Arial"/>
              </a:rPr>
              <a:t>       </a:t>
            </a:r>
            <a:r>
              <a:rPr b="0" lang="en-US" sz="1800" spc="-1" strike="noStrike">
                <a:solidFill>
                  <a:srgbClr val="ffffff"/>
                </a:solidFill>
                <a:latin typeface="Arial"/>
              </a:rPr>
              <a:t>print("Usage: python3 main.py &lt;first_argument&gt;")</a:t>
            </a:r>
            <a:endParaRPr b="0" lang="en-US" sz="1800" spc="-1" strike="noStrike">
              <a:solidFill>
                <a:srgbClr val="ffffff"/>
              </a:solidFill>
              <a:latin typeface="Arial"/>
            </a:endParaRPr>
          </a:p>
          <a:p>
            <a:pPr>
              <a:lnSpc>
                <a:spcPct val="100000"/>
              </a:lnSpc>
            </a:pPr>
            <a:r>
              <a:rPr b="0" lang="en-US" sz="1800" spc="-1" strike="noStrike">
                <a:solidFill>
                  <a:srgbClr val="ffffff"/>
                </a:solidFill>
                <a:latin typeface="Arial"/>
              </a:rPr>
              <a:t>       </a:t>
            </a:r>
            <a:r>
              <a:rPr b="0" lang="en-US" sz="1800" spc="-1" strike="noStrike">
                <a:solidFill>
                  <a:srgbClr val="ffffff"/>
                </a:solidFill>
                <a:latin typeface="Arial"/>
              </a:rPr>
              <a:t>exit(1)</a:t>
            </a:r>
            <a:endParaRPr b="0" lang="en-US" sz="1800" spc="-1" strike="noStrike">
              <a:solidFill>
                <a:srgbClr val="ffffff"/>
              </a:solidFill>
              <a:latin typeface="Arial"/>
            </a:endParaRPr>
          </a:p>
          <a:p>
            <a:pPr>
              <a:lnSpc>
                <a:spcPct val="100000"/>
              </a:lnSpc>
            </a:pPr>
            <a:r>
              <a:rPr b="0" lang="en-US" sz="1800" spc="-1" strike="noStrike">
                <a:solidFill>
                  <a:srgbClr val="ffffff"/>
                </a:solidFill>
                <a:latin typeface="Arial"/>
              </a:rPr>
              <a:t>   </a:t>
            </a:r>
            <a:r>
              <a:rPr b="0" lang="en-US" sz="1800" spc="-1" strike="noStrike">
                <a:solidFill>
                  <a:srgbClr val="ffffff"/>
                </a:solidFill>
                <a:latin typeface="Arial"/>
              </a:rPr>
              <a:t>FIRST_ARGUMENT=float(sys.argv[1])</a:t>
            </a:r>
            <a:endParaRPr b="0" lang="en-US" sz="1800" spc="-1" strike="noStrike">
              <a:solidFill>
                <a:srgbClr val="ffffff"/>
              </a:solidFill>
              <a:latin typeface="Arial"/>
            </a:endParaRPr>
          </a:p>
          <a:p>
            <a:pPr>
              <a:lnSpc>
                <a:spcPct val="100000"/>
              </a:lnSpc>
            </a:pPr>
            <a:r>
              <a:rPr b="0" lang="en-US" sz="1800" spc="-1" strike="noStrike">
                <a:solidFill>
                  <a:srgbClr val="ffffff"/>
                </a:solidFill>
                <a:latin typeface="Arial"/>
              </a:rPr>
              <a:t>   </a:t>
            </a:r>
            <a:r>
              <a:rPr b="0" lang="en-US" sz="1800" spc="-1" strike="noStrike">
                <a:solidFill>
                  <a:srgbClr val="ffffff"/>
                </a:solidFill>
                <a:latin typeface="Arial"/>
              </a:rPr>
              <a:t>COEFFICIENT=6.75</a:t>
            </a:r>
            <a:endParaRPr b="0" lang="en-US" sz="1800" spc="-1" strike="noStrike">
              <a:solidFill>
                <a:srgbClr val="ffffff"/>
              </a:solidFill>
              <a:latin typeface="Arial"/>
            </a:endParaRPr>
          </a:p>
          <a:p>
            <a:pPr>
              <a:lnSpc>
                <a:spcPct val="100000"/>
              </a:lnSpc>
            </a:pPr>
            <a:r>
              <a:rPr b="0" lang="en-US" sz="1800" spc="-1" strike="noStrike">
                <a:solidFill>
                  <a:srgbClr val="ffffff"/>
                </a:solidFill>
                <a:latin typeface="Arial"/>
              </a:rPr>
              <a:t>   </a:t>
            </a:r>
            <a:r>
              <a:rPr b="0" lang="en-US" sz="1800" spc="-1" strike="noStrike">
                <a:solidFill>
                  <a:srgbClr val="ffffff"/>
                </a:solidFill>
                <a:latin typeface="Arial"/>
              </a:rPr>
              <a:t>RESULT=COEFFICIENT*FIRST_ARGUMENT</a:t>
            </a:r>
            <a:endParaRPr b="0" lang="en-US" sz="1800" spc="-1" strike="noStrike">
              <a:solidFill>
                <a:srgbClr val="ffffff"/>
              </a:solidFill>
              <a:latin typeface="Arial"/>
            </a:endParaRPr>
          </a:p>
          <a:p>
            <a:pPr>
              <a:lnSpc>
                <a:spcPct val="100000"/>
              </a:lnSpc>
            </a:pPr>
            <a:r>
              <a:rPr b="0" lang="en-US" sz="1800" spc="-1" strike="noStrike">
                <a:solidFill>
                  <a:srgbClr val="ffffff"/>
                </a:solidFill>
                <a:latin typeface="Arial"/>
              </a:rPr>
              <a:t>   </a:t>
            </a:r>
            <a:r>
              <a:rPr b="0" lang="en-US" sz="1800" spc="-1" strike="noStrike">
                <a:solidFill>
                  <a:srgbClr val="ffffff"/>
                </a:solidFill>
                <a:latin typeface="Arial"/>
              </a:rPr>
              <a:t>print(f"RESULT={RESULT}")</a:t>
            </a:r>
            <a:endParaRPr b="0" lang="en-US" sz="1800" spc="-1" strike="noStrike">
              <a:solidFill>
                <a:srgbClr val="ffffff"/>
              </a:solidFill>
              <a:latin typeface="Arial"/>
            </a:endParaRPr>
          </a:p>
          <a:p>
            <a:pPr>
              <a:lnSpc>
                <a:spcPct val="100000"/>
              </a:lnSpc>
            </a:pPr>
            <a:r>
              <a:rPr b="0" lang="en-US" sz="1800" spc="-1" strike="noStrike">
                <a:solidFill>
                  <a:srgbClr val="ffffff"/>
                </a:solidFill>
                <a:latin typeface="Arial"/>
              </a:rPr>
              <a:t> </a:t>
            </a:r>
            <a:r>
              <a:rPr b="0" lang="en-US" sz="1800" spc="-1" strike="noStrike">
                <a:solidFill>
                  <a:srgbClr val="ffffff"/>
                </a:solidFill>
                <a:highlight>
                  <a:srgbClr val="2a6099"/>
                </a:highlight>
                <a:latin typeface="Arial"/>
              </a:rPr>
              <a:t>USER_INPUT=input("Enter Another VALUE: ")</a:t>
            </a:r>
            <a:endParaRPr b="0" lang="en-US" sz="1800" spc="-1" strike="noStrike">
              <a:solidFill>
                <a:srgbClr val="ffffff"/>
              </a:solidFill>
              <a:latin typeface="Arial"/>
            </a:endParaRPr>
          </a:p>
          <a:p>
            <a:pPr>
              <a:lnSpc>
                <a:spcPct val="100000"/>
              </a:lnSpc>
            </a:pPr>
            <a:r>
              <a:rPr b="0" lang="en-US" sz="1800" spc="-1" strike="noStrike">
                <a:solidFill>
                  <a:srgbClr val="ffffff"/>
                </a:solidFill>
                <a:latin typeface="Arial"/>
              </a:rPr>
              <a:t>   </a:t>
            </a:r>
            <a:r>
              <a:rPr b="0" lang="en-US" sz="1800" spc="-1" strike="noStrike">
                <a:solidFill>
                  <a:srgbClr val="ffffff"/>
                </a:solidFill>
                <a:latin typeface="Arial"/>
              </a:rPr>
              <a:t>RESULT=COEFFICIENT*float(USER_INPUT)</a:t>
            </a:r>
            <a:endParaRPr b="0" lang="en-US" sz="1800" spc="-1" strike="noStrike">
              <a:solidFill>
                <a:srgbClr val="ffffff"/>
              </a:solidFill>
              <a:latin typeface="Arial"/>
            </a:endParaRPr>
          </a:p>
          <a:p>
            <a:pPr>
              <a:lnSpc>
                <a:spcPct val="100000"/>
              </a:lnSpc>
            </a:pPr>
            <a:r>
              <a:rPr b="0" lang="en-US" sz="1800" spc="-1" strike="noStrike">
                <a:solidFill>
                  <a:srgbClr val="ffffff"/>
                </a:solidFill>
                <a:latin typeface="Arial"/>
              </a:rPr>
              <a:t>   </a:t>
            </a:r>
            <a:r>
              <a:rPr b="0" lang="en-US" sz="1800" spc="-1" strike="noStrike">
                <a:solidFill>
                  <a:srgbClr val="ffffff"/>
                </a:solidFill>
                <a:latin typeface="Arial"/>
              </a:rPr>
              <a:t>print(f"2. RESULT={RESULT}")</a:t>
            </a:r>
            <a:endParaRPr b="0" lang="en-US" sz="1800" spc="-1" strike="noStrike">
              <a:solidFill>
                <a:srgbClr val="ffffff"/>
              </a:solidFill>
              <a:latin typeface="Arial"/>
            </a:endParaRPr>
          </a:p>
          <a:p>
            <a:pPr>
              <a:lnSpc>
                <a:spcPct val="100000"/>
              </a:lnSpc>
            </a:pPr>
            <a:endParaRPr b="0" lang="en-US" sz="1800" spc="-1" strike="noStrike">
              <a:solidFill>
                <a:srgbClr val="ffffff"/>
              </a:solidFill>
              <a:latin typeface="Arial"/>
            </a:endParaRPr>
          </a:p>
          <a:p>
            <a:pPr>
              <a:lnSpc>
                <a:spcPct val="100000"/>
              </a:lnSpc>
            </a:pPr>
            <a:r>
              <a:rPr b="0" lang="en-US" sz="1800" spc="-1" strike="noStrike">
                <a:solidFill>
                  <a:srgbClr val="ffffff"/>
                </a:solidFill>
                <a:latin typeface="Arial"/>
              </a:rPr>
              <a:t>if __name__ == '__main__':</a:t>
            </a:r>
            <a:endParaRPr b="0" lang="en-US" sz="1800" spc="-1" strike="noStrike">
              <a:solidFill>
                <a:srgbClr val="ffffff"/>
              </a:solidFill>
              <a:latin typeface="Arial"/>
            </a:endParaRPr>
          </a:p>
          <a:p>
            <a:pPr>
              <a:lnSpc>
                <a:spcPct val="100000"/>
              </a:lnSpc>
            </a:pPr>
            <a:r>
              <a:rPr b="0" lang="en-US" sz="1800" spc="-1" strike="noStrike">
                <a:solidFill>
                  <a:srgbClr val="ffffff"/>
                </a:solidFill>
                <a:latin typeface="Arial"/>
              </a:rPr>
              <a:t> </a:t>
            </a:r>
            <a:r>
              <a:rPr b="0" lang="en-US" sz="1800" spc="-1" strike="noStrike">
                <a:solidFill>
                  <a:srgbClr val="ffffff"/>
                </a:solidFill>
                <a:latin typeface="Arial"/>
              </a:rPr>
              <a:t>main()</a:t>
            </a:r>
            <a:endParaRPr b="0" lang="en-US" sz="1800" spc="-1" strike="noStrike">
              <a:solidFill>
                <a:srgbClr val="ffffff"/>
              </a:solidFill>
              <a:latin typeface="Arial"/>
            </a:endParaRPr>
          </a:p>
        </p:txBody>
      </p:sp>
      <p:sp>
        <p:nvSpPr>
          <p:cNvPr id="71" name=""/>
          <p:cNvSpPr/>
          <p:nvPr/>
        </p:nvSpPr>
        <p:spPr>
          <a:xfrm>
            <a:off x="2514600" y="954000"/>
            <a:ext cx="1369080" cy="3438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rPr>
              <a:t>CORRECT</a:t>
            </a:r>
            <a:endParaRPr b="0" lang="en-US" sz="1800" spc="-1" strike="noStrike">
              <a:solidFill>
                <a:srgbClr val="000000"/>
              </a:solidFill>
              <a:latin typeface="Arial"/>
            </a:endParaRPr>
          </a:p>
        </p:txBody>
      </p:sp>
      <p:sp>
        <p:nvSpPr>
          <p:cNvPr id="72" name=""/>
          <p:cNvSpPr/>
          <p:nvPr/>
        </p:nvSpPr>
        <p:spPr>
          <a:xfrm>
            <a:off x="8001000" y="954000"/>
            <a:ext cx="1642680" cy="599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c9211e"/>
                </a:solidFill>
                <a:latin typeface="Arial"/>
              </a:rPr>
              <a:t>INCORRECT</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838080" y="365040"/>
            <a:ext cx="10512360" cy="6408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Arguments and User Input</a:t>
            </a:r>
            <a:endParaRPr b="0" lang="en-US" sz="4400" spc="-1" strike="noStrike">
              <a:solidFill>
                <a:srgbClr val="000000"/>
              </a:solidFill>
              <a:latin typeface="Arial"/>
            </a:endParaRPr>
          </a:p>
        </p:txBody>
      </p:sp>
      <p:sp>
        <p:nvSpPr>
          <p:cNvPr id="74" name=""/>
          <p:cNvSpPr/>
          <p:nvPr/>
        </p:nvSpPr>
        <p:spPr>
          <a:xfrm>
            <a:off x="6191280" y="1435680"/>
            <a:ext cx="5637240" cy="4640760"/>
          </a:xfrm>
          <a:prstGeom prst="rect">
            <a:avLst/>
          </a:prstGeom>
          <a:solidFill>
            <a:srgbClr val="000000"/>
          </a:solidFill>
          <a:ln w="0">
            <a:solidFill>
              <a:srgbClr val="3465a4"/>
            </a:solid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ffff00"/>
                </a:solidFill>
                <a:latin typeface="Arial"/>
              </a:rPr>
              <a:t>mpekmezci@cobalt:/tmp$ </a:t>
            </a:r>
            <a:r>
              <a:rPr b="0" lang="en-US" sz="1800" spc="-1" strike="noStrike">
                <a:solidFill>
                  <a:srgbClr val="ffffff"/>
                </a:solidFill>
                <a:latin typeface="Arial"/>
              </a:rPr>
              <a:t>python3 main.py </a:t>
            </a:r>
            <a:endParaRPr b="0" lang="en-US" sz="1800" spc="-1" strike="noStrike">
              <a:solidFill>
                <a:srgbClr val="ffffff"/>
              </a:solidFill>
              <a:latin typeface="Arial"/>
            </a:endParaRPr>
          </a:p>
          <a:p>
            <a:pPr>
              <a:lnSpc>
                <a:spcPct val="100000"/>
              </a:lnSpc>
            </a:pPr>
            <a:r>
              <a:rPr b="0" lang="en-US" sz="1800" spc="-1" strike="noStrike">
                <a:solidFill>
                  <a:srgbClr val="ffffff"/>
                </a:solidFill>
                <a:latin typeface="Arial"/>
              </a:rPr>
              <a:t>Usage: python3 main.py &lt;first_argument&gt;</a:t>
            </a:r>
            <a:endParaRPr b="0" lang="en-US" sz="1800" spc="-1" strike="noStrike">
              <a:solidFill>
                <a:srgbClr val="ffffff"/>
              </a:solidFill>
              <a:latin typeface="Arial"/>
            </a:endParaRPr>
          </a:p>
          <a:p>
            <a:pPr>
              <a:lnSpc>
                <a:spcPct val="100000"/>
              </a:lnSpc>
            </a:pPr>
            <a:r>
              <a:rPr b="0" lang="en-US" sz="1800" spc="-1" strike="noStrike">
                <a:solidFill>
                  <a:srgbClr val="ffff00"/>
                </a:solidFill>
                <a:latin typeface="Arial"/>
              </a:rPr>
              <a:t>mpekmezci@cobalt:/tmp$</a:t>
            </a:r>
            <a:r>
              <a:rPr b="0" lang="en-US" sz="1800" spc="-1" strike="noStrike">
                <a:solidFill>
                  <a:srgbClr val="ffffff"/>
                </a:solidFill>
                <a:latin typeface="Arial"/>
              </a:rPr>
              <a:t> python3 main.py 7</a:t>
            </a:r>
            <a:endParaRPr b="0" lang="en-US" sz="1800" spc="-1" strike="noStrike">
              <a:solidFill>
                <a:srgbClr val="ffffff"/>
              </a:solidFill>
              <a:latin typeface="Arial"/>
            </a:endParaRPr>
          </a:p>
          <a:p>
            <a:pPr>
              <a:lnSpc>
                <a:spcPct val="100000"/>
              </a:lnSpc>
            </a:pPr>
            <a:r>
              <a:rPr b="0" lang="en-US" sz="1800" spc="-1" strike="noStrike">
                <a:solidFill>
                  <a:srgbClr val="ffffff"/>
                </a:solidFill>
                <a:latin typeface="Arial"/>
              </a:rPr>
              <a:t>RESULT=47.25</a:t>
            </a:r>
            <a:endParaRPr b="0" lang="en-US" sz="1800" spc="-1" strike="noStrike">
              <a:solidFill>
                <a:srgbClr val="ffffff"/>
              </a:solidFill>
              <a:latin typeface="Arial"/>
            </a:endParaRPr>
          </a:p>
          <a:p>
            <a:pPr>
              <a:lnSpc>
                <a:spcPct val="100000"/>
              </a:lnSpc>
            </a:pPr>
            <a:r>
              <a:rPr b="0" lang="en-US" sz="1800" spc="-1" strike="noStrike">
                <a:solidFill>
                  <a:srgbClr val="ffffff"/>
                </a:solidFill>
                <a:latin typeface="Arial"/>
              </a:rPr>
              <a:t>Enter Another VALUE: 8       </a:t>
            </a:r>
            <a:endParaRPr b="0" lang="en-US" sz="1800" spc="-1" strike="noStrike">
              <a:solidFill>
                <a:srgbClr val="ffffff"/>
              </a:solidFill>
              <a:latin typeface="Arial"/>
            </a:endParaRPr>
          </a:p>
          <a:p>
            <a:pPr>
              <a:lnSpc>
                <a:spcPct val="100000"/>
              </a:lnSpc>
            </a:pPr>
            <a:r>
              <a:rPr b="0" lang="en-US" sz="1800" spc="-1" strike="noStrike">
                <a:solidFill>
                  <a:srgbClr val="ffffff"/>
                </a:solidFill>
                <a:latin typeface="Arial"/>
              </a:rPr>
              <a:t>2. RESULT=54.0</a:t>
            </a:r>
            <a:endParaRPr b="0" lang="en-US" sz="1800" spc="-1" strike="noStrike">
              <a:solidFill>
                <a:srgbClr val="ffffff"/>
              </a:solidFill>
              <a:latin typeface="Arial"/>
            </a:endParaRPr>
          </a:p>
          <a:p>
            <a:pPr>
              <a:lnSpc>
                <a:spcPct val="100000"/>
              </a:lnSpc>
            </a:pPr>
            <a:r>
              <a:rPr b="0" lang="en-US" sz="1800" spc="-1" strike="noStrike">
                <a:solidFill>
                  <a:srgbClr val="ffffff"/>
                </a:solidFill>
                <a:latin typeface="Arial"/>
              </a:rPr>
              <a:t>mpekmezci@cobalt:/tmp$ </a:t>
            </a:r>
            <a:endParaRPr b="0" lang="en-US" sz="1800" spc="-1" strike="noStrike">
              <a:solidFill>
                <a:srgbClr val="ffffff"/>
              </a:solidFill>
              <a:latin typeface="Arial"/>
            </a:endParaRPr>
          </a:p>
        </p:txBody>
      </p:sp>
      <p:sp>
        <p:nvSpPr>
          <p:cNvPr id="75" name=""/>
          <p:cNvSpPr/>
          <p:nvPr/>
        </p:nvSpPr>
        <p:spPr>
          <a:xfrm>
            <a:off x="2514600" y="954000"/>
            <a:ext cx="2054880" cy="599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rPr>
              <a:t>main.py</a:t>
            </a:r>
            <a:endParaRPr b="0" lang="en-US" sz="1800" spc="-1" strike="noStrike">
              <a:solidFill>
                <a:srgbClr val="000000"/>
              </a:solidFill>
              <a:latin typeface="Arial"/>
            </a:endParaRPr>
          </a:p>
        </p:txBody>
      </p:sp>
      <p:sp>
        <p:nvSpPr>
          <p:cNvPr id="76" name=""/>
          <p:cNvSpPr/>
          <p:nvPr/>
        </p:nvSpPr>
        <p:spPr>
          <a:xfrm>
            <a:off x="8001000" y="954000"/>
            <a:ext cx="1642680" cy="599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c9211e"/>
                </a:solidFill>
                <a:latin typeface="Arial"/>
              </a:rPr>
              <a:t>OUTPUT</a:t>
            </a:r>
            <a:endParaRPr b="0" lang="en-US" sz="1800" spc="-1" strike="noStrike">
              <a:solidFill>
                <a:srgbClr val="000000"/>
              </a:solidFill>
              <a:latin typeface="Arial"/>
            </a:endParaRPr>
          </a:p>
        </p:txBody>
      </p:sp>
      <p:pic>
        <p:nvPicPr>
          <p:cNvPr id="77" name="" descr=""/>
          <p:cNvPicPr/>
          <p:nvPr/>
        </p:nvPicPr>
        <p:blipFill>
          <a:blip r:embed="rId1"/>
          <a:stretch/>
        </p:blipFill>
        <p:spPr>
          <a:xfrm>
            <a:off x="228600" y="1438560"/>
            <a:ext cx="5772960" cy="335952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title"/>
          </p:nvPr>
        </p:nvSpPr>
        <p:spPr>
          <a:xfrm>
            <a:off x="838080" y="365040"/>
            <a:ext cx="10512360" cy="6408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Lists and Dictionaries</a:t>
            </a:r>
            <a:endParaRPr b="0" lang="en-US" sz="4400" spc="-1" strike="noStrike">
              <a:solidFill>
                <a:srgbClr val="000000"/>
              </a:solidFill>
              <a:latin typeface="Arial"/>
            </a:endParaRPr>
          </a:p>
        </p:txBody>
      </p:sp>
      <p:sp>
        <p:nvSpPr>
          <p:cNvPr id="79" name=""/>
          <p:cNvSpPr/>
          <p:nvPr/>
        </p:nvSpPr>
        <p:spPr>
          <a:xfrm>
            <a:off x="5943600" y="1300320"/>
            <a:ext cx="6169680" cy="4640760"/>
          </a:xfrm>
          <a:prstGeom prst="rect">
            <a:avLst/>
          </a:prstGeom>
          <a:solidFill>
            <a:srgbClr val="000000"/>
          </a:solidFill>
          <a:ln w="0">
            <a:solidFill>
              <a:srgbClr val="3465a4"/>
            </a:solidFill>
          </a:ln>
        </p:spPr>
        <p:style>
          <a:lnRef idx="0"/>
          <a:fillRef idx="0"/>
          <a:effectRef idx="0"/>
          <a:fontRef idx="minor"/>
        </p:style>
        <p:txBody>
          <a:bodyPr lIns="90000" rIns="90000" tIns="45000" bIns="45000" anchor="t">
            <a:noAutofit/>
          </a:bodyPr>
          <a:p>
            <a:pPr>
              <a:lnSpc>
                <a:spcPct val="100000"/>
              </a:lnSpc>
            </a:pPr>
            <a:r>
              <a:rPr b="0" lang="en-US" sz="1200" spc="-1" strike="noStrike">
                <a:solidFill>
                  <a:srgbClr val="ffff00"/>
                </a:solidFill>
                <a:latin typeface="Arial"/>
              </a:rPr>
              <a:t>mpekmezci@cobalt:/tmp$ </a:t>
            </a:r>
            <a:r>
              <a:rPr b="0" lang="en-US" sz="1200" spc="-1" strike="noStrike">
                <a:solidFill>
                  <a:srgbClr val="ffffff"/>
                </a:solidFill>
                <a:latin typeface="Arial"/>
              </a:rPr>
              <a:t>python3 main.py </a:t>
            </a:r>
            <a:endParaRPr b="0" lang="en-US" sz="1200" spc="-1" strike="noStrike">
              <a:solidFill>
                <a:srgbClr val="ffffff"/>
              </a:solidFill>
              <a:latin typeface="Arial"/>
            </a:endParaRPr>
          </a:p>
          <a:p>
            <a:pPr>
              <a:lnSpc>
                <a:spcPct val="100000"/>
              </a:lnSpc>
            </a:pPr>
            <a:r>
              <a:rPr b="0" lang="en-US" sz="1200" spc="-1" strike="noStrike">
                <a:solidFill>
                  <a:srgbClr val="ffffff"/>
                </a:solidFill>
                <a:latin typeface="Arial"/>
              </a:rPr>
              <a:t>LIST1:[1, 3, 8, 4]</a:t>
            </a:r>
            <a:endParaRPr b="0" lang="en-US" sz="1200" spc="-1" strike="noStrike">
              <a:solidFill>
                <a:srgbClr val="ffffff"/>
              </a:solidFill>
              <a:latin typeface="Arial"/>
            </a:endParaRPr>
          </a:p>
          <a:p>
            <a:pPr>
              <a:lnSpc>
                <a:spcPct val="100000"/>
              </a:lnSpc>
            </a:pPr>
            <a:r>
              <a:rPr b="0" lang="en-US" sz="1200" spc="-1" strike="noStrike">
                <a:solidFill>
                  <a:srgbClr val="ffffff"/>
                </a:solidFill>
                <a:latin typeface="Arial"/>
              </a:rPr>
              <a:t>len(LIST1):4</a:t>
            </a:r>
            <a:endParaRPr b="0" lang="en-US" sz="1200" spc="-1" strike="noStrike">
              <a:solidFill>
                <a:srgbClr val="ffffff"/>
              </a:solidFill>
              <a:latin typeface="Arial"/>
            </a:endParaRPr>
          </a:p>
          <a:p>
            <a:pPr>
              <a:lnSpc>
                <a:spcPct val="100000"/>
              </a:lnSpc>
            </a:pPr>
            <a:r>
              <a:rPr b="0" lang="en-US" sz="1200" spc="-1" strike="noStrike">
                <a:solidFill>
                  <a:srgbClr val="ffffff"/>
                </a:solidFill>
                <a:latin typeface="Arial"/>
              </a:rPr>
              <a:t>LIST1:[1, 3, 8, 4, 'abc']</a:t>
            </a:r>
            <a:endParaRPr b="0" lang="en-US" sz="1200" spc="-1" strike="noStrike">
              <a:solidFill>
                <a:srgbClr val="ffffff"/>
              </a:solidFill>
              <a:latin typeface="Arial"/>
            </a:endParaRPr>
          </a:p>
          <a:p>
            <a:pPr>
              <a:lnSpc>
                <a:spcPct val="100000"/>
              </a:lnSpc>
            </a:pPr>
            <a:r>
              <a:rPr b="0" lang="en-US" sz="1200" spc="-1" strike="noStrike">
                <a:solidFill>
                  <a:srgbClr val="ffffff"/>
                </a:solidFill>
                <a:latin typeface="Arial"/>
              </a:rPr>
              <a:t>LIST1[4]:abc</a:t>
            </a:r>
            <a:endParaRPr b="0" lang="en-US" sz="1200" spc="-1" strike="noStrike">
              <a:solidFill>
                <a:srgbClr val="ffffff"/>
              </a:solidFill>
              <a:latin typeface="Arial"/>
            </a:endParaRPr>
          </a:p>
          <a:p>
            <a:pPr>
              <a:lnSpc>
                <a:spcPct val="100000"/>
              </a:lnSpc>
            </a:pPr>
            <a:endParaRPr b="0" lang="en-US" sz="1200" spc="-1" strike="noStrike">
              <a:solidFill>
                <a:srgbClr val="ffffff"/>
              </a:solidFill>
              <a:latin typeface="Arial"/>
            </a:endParaRPr>
          </a:p>
          <a:p>
            <a:pPr>
              <a:lnSpc>
                <a:spcPct val="100000"/>
              </a:lnSpc>
            </a:pPr>
            <a:r>
              <a:rPr b="0" lang="en-US" sz="1200" spc="-1" strike="noStrike">
                <a:solidFill>
                  <a:srgbClr val="ffffff"/>
                </a:solidFill>
                <a:latin typeface="Arial"/>
              </a:rPr>
              <a:t>DICT1:{'key1': 'value1', 'key2': {'key2.1': 'value2.1', 'key2.2': 'value2.2'}}</a:t>
            </a:r>
            <a:endParaRPr b="0" lang="en-US" sz="1200" spc="-1" strike="noStrike">
              <a:solidFill>
                <a:srgbClr val="ffffff"/>
              </a:solidFill>
              <a:latin typeface="Arial"/>
            </a:endParaRPr>
          </a:p>
          <a:p>
            <a:pPr>
              <a:lnSpc>
                <a:spcPct val="100000"/>
              </a:lnSpc>
            </a:pPr>
            <a:r>
              <a:rPr b="0" lang="en-US" sz="1200" spc="-1" strike="noStrike">
                <a:solidFill>
                  <a:srgbClr val="ffffff"/>
                </a:solidFill>
                <a:latin typeface="Arial"/>
              </a:rPr>
              <a:t>DICT1.keys():dict_keys(['key1', 'key2'])</a:t>
            </a:r>
            <a:endParaRPr b="0" lang="en-US" sz="1200" spc="-1" strike="noStrike">
              <a:solidFill>
                <a:srgbClr val="ffffff"/>
              </a:solidFill>
              <a:latin typeface="Arial"/>
            </a:endParaRPr>
          </a:p>
          <a:p>
            <a:pPr>
              <a:lnSpc>
                <a:spcPct val="100000"/>
              </a:lnSpc>
            </a:pPr>
            <a:r>
              <a:rPr b="0" lang="en-US" sz="1200" spc="-1" strike="noStrike">
                <a:solidFill>
                  <a:srgbClr val="ffffff"/>
                </a:solidFill>
                <a:latin typeface="Arial"/>
              </a:rPr>
              <a:t>DICT1[key1]:value1</a:t>
            </a:r>
            <a:endParaRPr b="0" lang="en-US" sz="1200" spc="-1" strike="noStrike">
              <a:solidFill>
                <a:srgbClr val="ffffff"/>
              </a:solidFill>
              <a:latin typeface="Arial"/>
            </a:endParaRPr>
          </a:p>
          <a:p>
            <a:pPr>
              <a:lnSpc>
                <a:spcPct val="100000"/>
              </a:lnSpc>
            </a:pPr>
            <a:r>
              <a:rPr b="0" lang="en-US" sz="1200" spc="-1" strike="noStrike">
                <a:solidFill>
                  <a:srgbClr val="ffffff"/>
                </a:solidFill>
                <a:latin typeface="Arial"/>
              </a:rPr>
              <a:t>DICT1:{'key1': 'value1', 'key2': {'key2.1': 'value2.1', 'key2.2': 'value2.2'}, 'key3': 'value3'}</a:t>
            </a:r>
            <a:endParaRPr b="0" lang="en-US" sz="1200" spc="-1" strike="noStrike">
              <a:solidFill>
                <a:srgbClr val="ffffff"/>
              </a:solidFill>
              <a:latin typeface="Arial"/>
            </a:endParaRPr>
          </a:p>
          <a:p>
            <a:pPr>
              <a:lnSpc>
                <a:spcPct val="100000"/>
              </a:lnSpc>
            </a:pPr>
            <a:endParaRPr b="0" lang="en-US" sz="1200" spc="-1" strike="noStrike">
              <a:solidFill>
                <a:srgbClr val="ffffff"/>
              </a:solidFill>
              <a:latin typeface="Arial"/>
            </a:endParaRPr>
          </a:p>
          <a:p>
            <a:pPr>
              <a:lnSpc>
                <a:spcPct val="100000"/>
              </a:lnSpc>
            </a:pPr>
            <a:endParaRPr b="0" lang="en-US" sz="1200" spc="-1" strike="noStrike">
              <a:solidFill>
                <a:srgbClr val="ffffff"/>
              </a:solidFill>
              <a:latin typeface="Arial"/>
            </a:endParaRPr>
          </a:p>
        </p:txBody>
      </p:sp>
      <p:sp>
        <p:nvSpPr>
          <p:cNvPr id="80" name=""/>
          <p:cNvSpPr/>
          <p:nvPr/>
        </p:nvSpPr>
        <p:spPr>
          <a:xfrm>
            <a:off x="2514600" y="954000"/>
            <a:ext cx="2054880" cy="599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rPr>
              <a:t>main.py</a:t>
            </a:r>
            <a:endParaRPr b="0" lang="en-US" sz="1800" spc="-1" strike="noStrike">
              <a:solidFill>
                <a:srgbClr val="000000"/>
              </a:solidFill>
              <a:latin typeface="Arial"/>
            </a:endParaRPr>
          </a:p>
        </p:txBody>
      </p:sp>
      <p:sp>
        <p:nvSpPr>
          <p:cNvPr id="81" name=""/>
          <p:cNvSpPr/>
          <p:nvPr/>
        </p:nvSpPr>
        <p:spPr>
          <a:xfrm>
            <a:off x="8001000" y="954000"/>
            <a:ext cx="1642680" cy="599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c9211e"/>
                </a:solidFill>
                <a:latin typeface="Arial"/>
              </a:rPr>
              <a:t>OUTPUT</a:t>
            </a:r>
            <a:endParaRPr b="0" lang="en-US" sz="1800" spc="-1" strike="noStrike">
              <a:solidFill>
                <a:srgbClr val="000000"/>
              </a:solidFill>
              <a:latin typeface="Arial"/>
            </a:endParaRPr>
          </a:p>
        </p:txBody>
      </p:sp>
      <p:pic>
        <p:nvPicPr>
          <p:cNvPr id="82" name="" descr=""/>
          <p:cNvPicPr/>
          <p:nvPr/>
        </p:nvPicPr>
        <p:blipFill>
          <a:blip r:embed="rId1"/>
          <a:stretch/>
        </p:blipFill>
        <p:spPr>
          <a:xfrm>
            <a:off x="457200" y="1276560"/>
            <a:ext cx="5026680" cy="513036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type="title"/>
          </p:nvPr>
        </p:nvSpPr>
        <p:spPr>
          <a:xfrm>
            <a:off x="838080" y="365040"/>
            <a:ext cx="10512360" cy="6408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For loop</a:t>
            </a:r>
            <a:endParaRPr b="0" lang="en-US" sz="4400" spc="-1" strike="noStrike">
              <a:solidFill>
                <a:srgbClr val="000000"/>
              </a:solidFill>
              <a:latin typeface="Arial"/>
            </a:endParaRPr>
          </a:p>
        </p:txBody>
      </p:sp>
      <p:sp>
        <p:nvSpPr>
          <p:cNvPr id="84" name=""/>
          <p:cNvSpPr/>
          <p:nvPr/>
        </p:nvSpPr>
        <p:spPr>
          <a:xfrm>
            <a:off x="2514600" y="954000"/>
            <a:ext cx="2054880" cy="599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rPr>
              <a:t>main.py</a:t>
            </a:r>
            <a:endParaRPr b="0" lang="en-US" sz="1800" spc="-1" strike="noStrike">
              <a:solidFill>
                <a:srgbClr val="000000"/>
              </a:solidFill>
              <a:latin typeface="Arial"/>
            </a:endParaRPr>
          </a:p>
        </p:txBody>
      </p:sp>
      <p:sp>
        <p:nvSpPr>
          <p:cNvPr id="85" name=""/>
          <p:cNvSpPr/>
          <p:nvPr/>
        </p:nvSpPr>
        <p:spPr>
          <a:xfrm>
            <a:off x="8001000" y="954000"/>
            <a:ext cx="1642680" cy="599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c9211e"/>
                </a:solidFill>
                <a:latin typeface="Arial"/>
              </a:rPr>
              <a:t>OUTPUT</a:t>
            </a:r>
            <a:endParaRPr b="0" lang="en-US" sz="1800" spc="-1" strike="noStrike">
              <a:solidFill>
                <a:srgbClr val="000000"/>
              </a:solidFill>
              <a:latin typeface="Arial"/>
            </a:endParaRPr>
          </a:p>
        </p:txBody>
      </p:sp>
      <p:pic>
        <p:nvPicPr>
          <p:cNvPr id="86" name="" descr=""/>
          <p:cNvPicPr/>
          <p:nvPr/>
        </p:nvPicPr>
        <p:blipFill>
          <a:blip r:embed="rId1"/>
          <a:stretch/>
        </p:blipFill>
        <p:spPr>
          <a:xfrm>
            <a:off x="67680" y="1371600"/>
            <a:ext cx="5991480" cy="5026680"/>
          </a:xfrm>
          <a:prstGeom prst="rect">
            <a:avLst/>
          </a:prstGeom>
          <a:ln w="0">
            <a:noFill/>
          </a:ln>
        </p:spPr>
      </p:pic>
      <p:pic>
        <p:nvPicPr>
          <p:cNvPr id="87" name="" descr=""/>
          <p:cNvPicPr/>
          <p:nvPr/>
        </p:nvPicPr>
        <p:blipFill>
          <a:blip r:embed="rId2"/>
          <a:stretch/>
        </p:blipFill>
        <p:spPr>
          <a:xfrm>
            <a:off x="6095880" y="1380600"/>
            <a:ext cx="6010200" cy="246240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838080" y="365040"/>
            <a:ext cx="9217800" cy="640800"/>
          </a:xfrm>
          <a:prstGeom prst="rect">
            <a:avLst/>
          </a:prstGeom>
          <a:noFill/>
          <a:ln w="0">
            <a:noFill/>
          </a:ln>
        </p:spPr>
        <p:txBody>
          <a:bodyPr lIns="91440" rIns="91440" tIns="45720" bIns="45720" anchor="ctr">
            <a:normAutofit fontScale="81111"/>
          </a:bodyPr>
          <a:p>
            <a:pPr indent="0" defTabSz="914400">
              <a:lnSpc>
                <a:spcPct val="90000"/>
              </a:lnSpc>
              <a:buNone/>
              <a:tabLst>
                <a:tab algn="l" pos="0"/>
              </a:tabLst>
            </a:pPr>
            <a:r>
              <a:rPr b="1" lang="en-US" sz="4400" spc="-1" strike="noStrike">
                <a:solidFill>
                  <a:srgbClr val="c00000"/>
                </a:solidFill>
                <a:latin typeface="Calibri Light"/>
              </a:rPr>
              <a:t>While loop, timestamp, datetime, sleep</a:t>
            </a:r>
            <a:endParaRPr b="0" lang="en-US" sz="4400" spc="-1" strike="noStrike">
              <a:solidFill>
                <a:srgbClr val="000000"/>
              </a:solidFill>
              <a:latin typeface="Arial"/>
            </a:endParaRPr>
          </a:p>
        </p:txBody>
      </p:sp>
      <p:sp>
        <p:nvSpPr>
          <p:cNvPr id="89" name=""/>
          <p:cNvSpPr/>
          <p:nvPr/>
        </p:nvSpPr>
        <p:spPr>
          <a:xfrm>
            <a:off x="2514600" y="954000"/>
            <a:ext cx="2054880" cy="599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rPr>
              <a:t>main.py</a:t>
            </a:r>
            <a:endParaRPr b="0" lang="en-US" sz="1800" spc="-1" strike="noStrike">
              <a:solidFill>
                <a:srgbClr val="000000"/>
              </a:solidFill>
              <a:latin typeface="Arial"/>
            </a:endParaRPr>
          </a:p>
        </p:txBody>
      </p:sp>
      <p:sp>
        <p:nvSpPr>
          <p:cNvPr id="90" name=""/>
          <p:cNvSpPr/>
          <p:nvPr/>
        </p:nvSpPr>
        <p:spPr>
          <a:xfrm>
            <a:off x="8001000" y="954000"/>
            <a:ext cx="1642680" cy="599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c9211e"/>
                </a:solidFill>
                <a:latin typeface="Arial"/>
              </a:rPr>
              <a:t>OUTPUT</a:t>
            </a:r>
            <a:endParaRPr b="0" lang="en-US" sz="1800" spc="-1" strike="noStrike">
              <a:solidFill>
                <a:srgbClr val="000000"/>
              </a:solidFill>
              <a:latin typeface="Arial"/>
            </a:endParaRPr>
          </a:p>
        </p:txBody>
      </p:sp>
      <p:pic>
        <p:nvPicPr>
          <p:cNvPr id="91" name="" descr=""/>
          <p:cNvPicPr/>
          <p:nvPr/>
        </p:nvPicPr>
        <p:blipFill>
          <a:blip r:embed="rId1"/>
          <a:stretch/>
        </p:blipFill>
        <p:spPr>
          <a:xfrm>
            <a:off x="86040" y="1371600"/>
            <a:ext cx="5169240" cy="5220000"/>
          </a:xfrm>
          <a:prstGeom prst="rect">
            <a:avLst/>
          </a:prstGeom>
          <a:ln w="0">
            <a:noFill/>
          </a:ln>
        </p:spPr>
      </p:pic>
      <p:pic>
        <p:nvPicPr>
          <p:cNvPr id="92" name="" descr=""/>
          <p:cNvPicPr/>
          <p:nvPr/>
        </p:nvPicPr>
        <p:blipFill>
          <a:blip r:embed="rId2"/>
          <a:stretch/>
        </p:blipFill>
        <p:spPr>
          <a:xfrm>
            <a:off x="5616720" y="1408320"/>
            <a:ext cx="6267960" cy="423000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838080" y="365040"/>
            <a:ext cx="9217800" cy="6408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String operations</a:t>
            </a:r>
            <a:endParaRPr b="0" lang="en-US" sz="4400" spc="-1" strike="noStrike">
              <a:solidFill>
                <a:srgbClr val="000000"/>
              </a:solidFill>
              <a:latin typeface="Arial"/>
            </a:endParaRPr>
          </a:p>
        </p:txBody>
      </p:sp>
      <p:sp>
        <p:nvSpPr>
          <p:cNvPr id="94" name=""/>
          <p:cNvSpPr/>
          <p:nvPr/>
        </p:nvSpPr>
        <p:spPr>
          <a:xfrm>
            <a:off x="2514600" y="954000"/>
            <a:ext cx="2054880" cy="599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rPr>
              <a:t>main.py</a:t>
            </a:r>
            <a:endParaRPr b="0" lang="en-US" sz="1800" spc="-1" strike="noStrike">
              <a:solidFill>
                <a:srgbClr val="000000"/>
              </a:solidFill>
              <a:latin typeface="Arial"/>
            </a:endParaRPr>
          </a:p>
        </p:txBody>
      </p:sp>
      <p:sp>
        <p:nvSpPr>
          <p:cNvPr id="95" name=""/>
          <p:cNvSpPr/>
          <p:nvPr/>
        </p:nvSpPr>
        <p:spPr>
          <a:xfrm>
            <a:off x="8001000" y="954000"/>
            <a:ext cx="1642680" cy="599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c9211e"/>
                </a:solidFill>
                <a:latin typeface="Arial"/>
              </a:rPr>
              <a:t>OUTPUT</a:t>
            </a:r>
            <a:endParaRPr b="0" lang="en-US" sz="1800" spc="-1" strike="noStrike">
              <a:solidFill>
                <a:srgbClr val="000000"/>
              </a:solidFill>
              <a:latin typeface="Arial"/>
            </a:endParaRPr>
          </a:p>
        </p:txBody>
      </p:sp>
      <p:pic>
        <p:nvPicPr>
          <p:cNvPr id="96" name="" descr=""/>
          <p:cNvPicPr/>
          <p:nvPr/>
        </p:nvPicPr>
        <p:blipFill>
          <a:blip r:embed="rId1"/>
          <a:stretch/>
        </p:blipFill>
        <p:spPr>
          <a:xfrm>
            <a:off x="59400" y="1371600"/>
            <a:ext cx="5725080" cy="4112280"/>
          </a:xfrm>
          <a:prstGeom prst="rect">
            <a:avLst/>
          </a:prstGeom>
          <a:ln w="0">
            <a:noFill/>
          </a:ln>
        </p:spPr>
      </p:pic>
      <p:pic>
        <p:nvPicPr>
          <p:cNvPr id="97" name="" descr=""/>
          <p:cNvPicPr/>
          <p:nvPr/>
        </p:nvPicPr>
        <p:blipFill>
          <a:blip r:embed="rId2"/>
          <a:stretch/>
        </p:blipFill>
        <p:spPr>
          <a:xfrm>
            <a:off x="6131160" y="1491120"/>
            <a:ext cx="5753520" cy="193536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838080" y="365040"/>
            <a:ext cx="9217800" cy="6408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File operations</a:t>
            </a:r>
            <a:endParaRPr b="0" lang="en-US" sz="4400" spc="-1" strike="noStrike">
              <a:solidFill>
                <a:srgbClr val="000000"/>
              </a:solidFill>
              <a:latin typeface="Arial"/>
            </a:endParaRPr>
          </a:p>
        </p:txBody>
      </p:sp>
      <p:sp>
        <p:nvSpPr>
          <p:cNvPr id="99" name=""/>
          <p:cNvSpPr/>
          <p:nvPr/>
        </p:nvSpPr>
        <p:spPr>
          <a:xfrm>
            <a:off x="2514600" y="954000"/>
            <a:ext cx="2054880" cy="599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rPr>
              <a:t>main.py</a:t>
            </a:r>
            <a:endParaRPr b="0" lang="en-US" sz="1800" spc="-1" strike="noStrike">
              <a:solidFill>
                <a:srgbClr val="000000"/>
              </a:solidFill>
              <a:latin typeface="Arial"/>
            </a:endParaRPr>
          </a:p>
        </p:txBody>
      </p:sp>
      <p:sp>
        <p:nvSpPr>
          <p:cNvPr id="100" name=""/>
          <p:cNvSpPr/>
          <p:nvPr/>
        </p:nvSpPr>
        <p:spPr>
          <a:xfrm>
            <a:off x="8001000" y="970920"/>
            <a:ext cx="1642680" cy="599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c9211e"/>
                </a:solidFill>
                <a:latin typeface="Arial"/>
              </a:rPr>
              <a:t>OUTPUT</a:t>
            </a:r>
            <a:endParaRPr b="0" lang="en-US" sz="1800" spc="-1" strike="noStrike">
              <a:solidFill>
                <a:srgbClr val="000000"/>
              </a:solidFill>
              <a:latin typeface="Arial"/>
            </a:endParaRPr>
          </a:p>
        </p:txBody>
      </p:sp>
      <p:pic>
        <p:nvPicPr>
          <p:cNvPr id="101" name="" descr=""/>
          <p:cNvPicPr/>
          <p:nvPr/>
        </p:nvPicPr>
        <p:blipFill>
          <a:blip r:embed="rId1"/>
          <a:stretch/>
        </p:blipFill>
        <p:spPr>
          <a:xfrm>
            <a:off x="35280" y="1303920"/>
            <a:ext cx="6540840" cy="4639320"/>
          </a:xfrm>
          <a:prstGeom prst="rect">
            <a:avLst/>
          </a:prstGeom>
          <a:ln w="0">
            <a:noFill/>
          </a:ln>
        </p:spPr>
      </p:pic>
      <p:pic>
        <p:nvPicPr>
          <p:cNvPr id="102" name="" descr=""/>
          <p:cNvPicPr/>
          <p:nvPr/>
        </p:nvPicPr>
        <p:blipFill>
          <a:blip r:embed="rId2"/>
          <a:stretch/>
        </p:blipFill>
        <p:spPr>
          <a:xfrm>
            <a:off x="6612120" y="1312560"/>
            <a:ext cx="5590440" cy="252036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838080" y="365040"/>
            <a:ext cx="9217800" cy="6408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Try-Except</a:t>
            </a:r>
            <a:endParaRPr b="0" lang="en-US" sz="4400" spc="-1" strike="noStrike">
              <a:solidFill>
                <a:srgbClr val="000000"/>
              </a:solidFill>
              <a:latin typeface="Arial"/>
            </a:endParaRPr>
          </a:p>
        </p:txBody>
      </p:sp>
      <p:sp>
        <p:nvSpPr>
          <p:cNvPr id="104" name=""/>
          <p:cNvSpPr/>
          <p:nvPr/>
        </p:nvSpPr>
        <p:spPr>
          <a:xfrm>
            <a:off x="2514600" y="954000"/>
            <a:ext cx="2054880" cy="599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rPr>
              <a:t>main.py</a:t>
            </a:r>
            <a:endParaRPr b="0" lang="en-US" sz="1800" spc="-1" strike="noStrike">
              <a:solidFill>
                <a:srgbClr val="000000"/>
              </a:solidFill>
              <a:latin typeface="Arial"/>
            </a:endParaRPr>
          </a:p>
        </p:txBody>
      </p:sp>
      <p:sp>
        <p:nvSpPr>
          <p:cNvPr id="105" name=""/>
          <p:cNvSpPr/>
          <p:nvPr/>
        </p:nvSpPr>
        <p:spPr>
          <a:xfrm>
            <a:off x="8001000" y="970920"/>
            <a:ext cx="1642680" cy="599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c9211e"/>
                </a:solidFill>
                <a:latin typeface="Arial"/>
              </a:rPr>
              <a:t>OUTPUT</a:t>
            </a:r>
            <a:endParaRPr b="0" lang="en-US" sz="1800" spc="-1" strike="noStrike">
              <a:solidFill>
                <a:srgbClr val="000000"/>
              </a:solidFill>
              <a:latin typeface="Arial"/>
            </a:endParaRPr>
          </a:p>
        </p:txBody>
      </p:sp>
      <p:pic>
        <p:nvPicPr>
          <p:cNvPr id="106" name="" descr=""/>
          <p:cNvPicPr/>
          <p:nvPr/>
        </p:nvPicPr>
        <p:blipFill>
          <a:blip r:embed="rId1"/>
          <a:stretch/>
        </p:blipFill>
        <p:spPr>
          <a:xfrm>
            <a:off x="118080" y="1371600"/>
            <a:ext cx="6020280" cy="4798080"/>
          </a:xfrm>
          <a:prstGeom prst="rect">
            <a:avLst/>
          </a:prstGeom>
          <a:ln w="0">
            <a:noFill/>
          </a:ln>
        </p:spPr>
      </p:pic>
      <p:pic>
        <p:nvPicPr>
          <p:cNvPr id="107" name="" descr=""/>
          <p:cNvPicPr/>
          <p:nvPr/>
        </p:nvPicPr>
        <p:blipFill>
          <a:blip r:embed="rId2"/>
          <a:stretch/>
        </p:blipFill>
        <p:spPr>
          <a:xfrm>
            <a:off x="6347160" y="1419840"/>
            <a:ext cx="5766840" cy="452196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838080" y="365040"/>
            <a:ext cx="9217800" cy="6408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Object Oriented Programming</a:t>
            </a:r>
            <a:endParaRPr b="0" lang="en-US" sz="4400" spc="-1" strike="noStrike">
              <a:solidFill>
                <a:srgbClr val="000000"/>
              </a:solidFill>
              <a:latin typeface="Arial"/>
            </a:endParaRPr>
          </a:p>
        </p:txBody>
      </p:sp>
      <p:sp>
        <p:nvSpPr>
          <p:cNvPr id="109" name=""/>
          <p:cNvSpPr/>
          <p:nvPr/>
        </p:nvSpPr>
        <p:spPr>
          <a:xfrm>
            <a:off x="2225160" y="822240"/>
            <a:ext cx="2054880" cy="599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rPr>
              <a:t>main.py</a:t>
            </a:r>
            <a:endParaRPr b="0" lang="en-US" sz="1800" spc="-1" strike="noStrike">
              <a:solidFill>
                <a:srgbClr val="000000"/>
              </a:solidFill>
              <a:latin typeface="Arial"/>
            </a:endParaRPr>
          </a:p>
        </p:txBody>
      </p:sp>
      <p:pic>
        <p:nvPicPr>
          <p:cNvPr id="110" name="" descr=""/>
          <p:cNvPicPr/>
          <p:nvPr/>
        </p:nvPicPr>
        <p:blipFill>
          <a:blip r:embed="rId1"/>
          <a:stretch/>
        </p:blipFill>
        <p:spPr>
          <a:xfrm>
            <a:off x="445680" y="1143000"/>
            <a:ext cx="4352400" cy="5389920"/>
          </a:xfrm>
          <a:prstGeom prst="rect">
            <a:avLst/>
          </a:prstGeom>
          <a:ln w="0">
            <a:noFill/>
          </a:ln>
        </p:spPr>
      </p:pic>
      <p:pic>
        <p:nvPicPr>
          <p:cNvPr id="111" name="" descr=""/>
          <p:cNvPicPr/>
          <p:nvPr/>
        </p:nvPicPr>
        <p:blipFill>
          <a:blip r:embed="rId2"/>
          <a:stretch/>
        </p:blipFill>
        <p:spPr>
          <a:xfrm>
            <a:off x="5257800" y="1143000"/>
            <a:ext cx="6445440" cy="5442120"/>
          </a:xfrm>
          <a:prstGeom prst="rect">
            <a:avLst/>
          </a:prstGeom>
          <a:ln w="0">
            <a:noFill/>
          </a:ln>
        </p:spPr>
      </p:pic>
      <p:sp>
        <p:nvSpPr>
          <p:cNvPr id="112" name=""/>
          <p:cNvSpPr/>
          <p:nvPr/>
        </p:nvSpPr>
        <p:spPr>
          <a:xfrm>
            <a:off x="7985520" y="822600"/>
            <a:ext cx="2054880" cy="599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rPr>
              <a:t>Node.py</a:t>
            </a:r>
            <a:endParaRPr b="0" lang="en-US" sz="1800" spc="-1" strike="noStrike">
              <a:solidFill>
                <a:srgbClr val="000000"/>
              </a:solidFill>
              <a:latin typeface="Arial"/>
            </a:endParaRPr>
          </a:p>
        </p:txBody>
      </p:sp>
      <p:sp>
        <p:nvSpPr>
          <p:cNvPr id="113" name=""/>
          <p:cNvSpPr/>
          <p:nvPr/>
        </p:nvSpPr>
        <p:spPr>
          <a:xfrm flipV="1">
            <a:off x="1143000" y="1015920"/>
            <a:ext cx="6629400" cy="685800"/>
          </a:xfrm>
          <a:prstGeom prst="line">
            <a:avLst/>
          </a:prstGeom>
          <a:ln w="0">
            <a:solidFill>
              <a:srgbClr val="3465a4"/>
            </a:solidFill>
          </a:ln>
        </p:spPr>
        <p:style>
          <a:lnRef idx="0"/>
          <a:fillRef idx="0"/>
          <a:effectRef idx="0"/>
          <a:fontRef idx="minor"/>
        </p:style>
        <p:txBody>
          <a:bodyPr lIns="90000" rIns="90000" tIns="45000" bIns="45000" anchor="ctr">
            <a:noAutofit/>
          </a:bodyPr>
          <a:p>
            <a:endParaRPr b="0" lang="en-US" sz="1800" spc="-1" strike="noStrike">
              <a:solidFill>
                <a:srgbClr val="000000"/>
              </a:solidFill>
              <a:latin typeface="Arial"/>
            </a:endParaRPr>
          </a:p>
        </p:txBody>
      </p:sp>
      <p:sp>
        <p:nvSpPr>
          <p:cNvPr id="114" name=""/>
          <p:cNvSpPr/>
          <p:nvPr/>
        </p:nvSpPr>
        <p:spPr>
          <a:xfrm>
            <a:off x="2057400" y="1701720"/>
            <a:ext cx="3886200" cy="360"/>
          </a:xfrm>
          <a:prstGeom prst="line">
            <a:avLst/>
          </a:prstGeom>
          <a:ln w="0">
            <a:solidFill>
              <a:srgbClr val="3465a4"/>
            </a:solidFill>
          </a:ln>
        </p:spPr>
        <p:style>
          <a:lnRef idx="0"/>
          <a:fillRef idx="0"/>
          <a:effectRef idx="0"/>
          <a:fontRef idx="minor"/>
        </p:style>
        <p:txBody>
          <a:bodyPr lIns="90000" rIns="90000" tIns="-45000" bIns="-45000" anchor="ctr">
            <a:noAutofit/>
          </a:bodyPr>
          <a:p>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838080" y="365040"/>
            <a:ext cx="9217800" cy="6408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Object Oriented Programming</a:t>
            </a:r>
            <a:endParaRPr b="0" lang="en-US" sz="4400" spc="-1" strike="noStrike">
              <a:solidFill>
                <a:srgbClr val="000000"/>
              </a:solidFill>
              <a:latin typeface="Arial"/>
            </a:endParaRPr>
          </a:p>
        </p:txBody>
      </p:sp>
      <p:sp>
        <p:nvSpPr>
          <p:cNvPr id="116" name=""/>
          <p:cNvSpPr/>
          <p:nvPr/>
        </p:nvSpPr>
        <p:spPr>
          <a:xfrm>
            <a:off x="1828800" y="1211400"/>
            <a:ext cx="2054880" cy="599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rPr>
              <a:t>GWNode.py</a:t>
            </a:r>
            <a:endParaRPr b="0" lang="en-US" sz="1800" spc="-1" strike="noStrike">
              <a:solidFill>
                <a:srgbClr val="000000"/>
              </a:solidFill>
              <a:latin typeface="Arial"/>
            </a:endParaRPr>
          </a:p>
        </p:txBody>
      </p:sp>
      <p:sp>
        <p:nvSpPr>
          <p:cNvPr id="117" name=""/>
          <p:cNvSpPr/>
          <p:nvPr/>
        </p:nvSpPr>
        <p:spPr>
          <a:xfrm>
            <a:off x="4800600" y="4426920"/>
            <a:ext cx="2054880" cy="599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rPr>
              <a:t>OUTPUT</a:t>
            </a:r>
            <a:endParaRPr b="0" lang="en-US" sz="1800" spc="-1" strike="noStrike">
              <a:solidFill>
                <a:srgbClr val="000000"/>
              </a:solidFill>
              <a:latin typeface="Arial"/>
            </a:endParaRPr>
          </a:p>
        </p:txBody>
      </p:sp>
      <p:pic>
        <p:nvPicPr>
          <p:cNvPr id="118" name="" descr=""/>
          <p:cNvPicPr/>
          <p:nvPr/>
        </p:nvPicPr>
        <p:blipFill>
          <a:blip r:embed="rId1"/>
          <a:stretch/>
        </p:blipFill>
        <p:spPr>
          <a:xfrm>
            <a:off x="457200" y="1600200"/>
            <a:ext cx="5173560" cy="2178000"/>
          </a:xfrm>
          <a:prstGeom prst="rect">
            <a:avLst/>
          </a:prstGeom>
          <a:ln w="0">
            <a:noFill/>
          </a:ln>
        </p:spPr>
      </p:pic>
      <p:pic>
        <p:nvPicPr>
          <p:cNvPr id="119" name="" descr=""/>
          <p:cNvPicPr/>
          <p:nvPr/>
        </p:nvPicPr>
        <p:blipFill>
          <a:blip r:embed="rId2"/>
          <a:stretch/>
        </p:blipFill>
        <p:spPr>
          <a:xfrm>
            <a:off x="6552000" y="1676880"/>
            <a:ext cx="4189680" cy="835200"/>
          </a:xfrm>
          <a:prstGeom prst="rect">
            <a:avLst/>
          </a:prstGeom>
          <a:ln w="0">
            <a:noFill/>
          </a:ln>
        </p:spPr>
      </p:pic>
      <p:sp>
        <p:nvSpPr>
          <p:cNvPr id="120" name=""/>
          <p:cNvSpPr/>
          <p:nvPr/>
        </p:nvSpPr>
        <p:spPr>
          <a:xfrm>
            <a:off x="7772400" y="1226520"/>
            <a:ext cx="2054880" cy="599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rPr>
              <a:t>hosts</a:t>
            </a:r>
            <a:endParaRPr b="0" lang="en-US" sz="1800" spc="-1" strike="noStrike">
              <a:solidFill>
                <a:srgbClr val="000000"/>
              </a:solidFill>
              <a:latin typeface="Arial"/>
            </a:endParaRPr>
          </a:p>
        </p:txBody>
      </p:sp>
      <p:pic>
        <p:nvPicPr>
          <p:cNvPr id="121" name="" descr=""/>
          <p:cNvPicPr/>
          <p:nvPr/>
        </p:nvPicPr>
        <p:blipFill>
          <a:blip r:embed="rId3"/>
          <a:stretch/>
        </p:blipFill>
        <p:spPr>
          <a:xfrm>
            <a:off x="441720" y="4800600"/>
            <a:ext cx="10985760" cy="151128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type="title"/>
          </p:nvPr>
        </p:nvSpPr>
        <p:spPr>
          <a:xfrm>
            <a:off x="838080" y="365040"/>
            <a:ext cx="9217800" cy="6408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Numpy</a:t>
            </a:r>
            <a:endParaRPr b="0" lang="en-US" sz="4400" spc="-1" strike="noStrike">
              <a:solidFill>
                <a:srgbClr val="000000"/>
              </a:solidFill>
              <a:latin typeface="Arial"/>
            </a:endParaRPr>
          </a:p>
        </p:txBody>
      </p:sp>
      <p:sp>
        <p:nvSpPr>
          <p:cNvPr id="123" name=""/>
          <p:cNvSpPr/>
          <p:nvPr/>
        </p:nvSpPr>
        <p:spPr>
          <a:xfrm>
            <a:off x="2514600" y="954000"/>
            <a:ext cx="2054880" cy="599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rPr>
              <a:t>main.py</a:t>
            </a:r>
            <a:endParaRPr b="0" lang="en-US" sz="1800" spc="-1" strike="noStrike">
              <a:solidFill>
                <a:srgbClr val="000000"/>
              </a:solidFill>
              <a:latin typeface="Arial"/>
            </a:endParaRPr>
          </a:p>
        </p:txBody>
      </p:sp>
      <p:sp>
        <p:nvSpPr>
          <p:cNvPr id="124" name=""/>
          <p:cNvSpPr/>
          <p:nvPr/>
        </p:nvSpPr>
        <p:spPr>
          <a:xfrm>
            <a:off x="8001000" y="970920"/>
            <a:ext cx="1642680" cy="599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c9211e"/>
                </a:solidFill>
                <a:latin typeface="Arial"/>
              </a:rPr>
              <a:t>OUTPUT</a:t>
            </a:r>
            <a:endParaRPr b="0" lang="en-US" sz="1800" spc="-1" strike="noStrike">
              <a:solidFill>
                <a:srgbClr val="000000"/>
              </a:solidFill>
              <a:latin typeface="Arial"/>
            </a:endParaRPr>
          </a:p>
        </p:txBody>
      </p:sp>
      <p:pic>
        <p:nvPicPr>
          <p:cNvPr id="125" name="" descr=""/>
          <p:cNvPicPr/>
          <p:nvPr/>
        </p:nvPicPr>
        <p:blipFill>
          <a:blip r:embed="rId1"/>
          <a:stretch/>
        </p:blipFill>
        <p:spPr>
          <a:xfrm>
            <a:off x="228600" y="1371600"/>
            <a:ext cx="4798080" cy="5134320"/>
          </a:xfrm>
          <a:prstGeom prst="rect">
            <a:avLst/>
          </a:prstGeom>
          <a:ln w="0">
            <a:noFill/>
          </a:ln>
        </p:spPr>
      </p:pic>
      <p:pic>
        <p:nvPicPr>
          <p:cNvPr id="126" name="" descr=""/>
          <p:cNvPicPr/>
          <p:nvPr/>
        </p:nvPicPr>
        <p:blipFill>
          <a:blip r:embed="rId2"/>
          <a:stretch/>
        </p:blipFill>
        <p:spPr>
          <a:xfrm>
            <a:off x="6400800" y="1371600"/>
            <a:ext cx="4353120" cy="5201640"/>
          </a:xfrm>
          <a:prstGeom prst="rect">
            <a:avLst/>
          </a:prstGeom>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PlaceHolder 1"/>
          <p:cNvSpPr>
            <a:spLocks noGrp="1"/>
          </p:cNvSpPr>
          <p:nvPr>
            <p:ph type="title"/>
          </p:nvPr>
        </p:nvSpPr>
        <p:spPr>
          <a:xfrm>
            <a:off x="838080" y="365040"/>
            <a:ext cx="9217800" cy="6408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CSV</a:t>
            </a:r>
            <a:endParaRPr b="0" lang="en-US" sz="4400" spc="-1" strike="noStrike">
              <a:solidFill>
                <a:srgbClr val="000000"/>
              </a:solidFill>
              <a:latin typeface="Arial"/>
            </a:endParaRPr>
          </a:p>
        </p:txBody>
      </p:sp>
      <p:sp>
        <p:nvSpPr>
          <p:cNvPr id="128" name=""/>
          <p:cNvSpPr/>
          <p:nvPr/>
        </p:nvSpPr>
        <p:spPr>
          <a:xfrm>
            <a:off x="2514600" y="769320"/>
            <a:ext cx="2054880" cy="599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rPr>
              <a:t>main.py</a:t>
            </a:r>
            <a:endParaRPr b="0" lang="en-US" sz="1800" spc="-1" strike="noStrike">
              <a:solidFill>
                <a:srgbClr val="000000"/>
              </a:solidFill>
              <a:latin typeface="Arial"/>
            </a:endParaRPr>
          </a:p>
        </p:txBody>
      </p:sp>
      <p:sp>
        <p:nvSpPr>
          <p:cNvPr id="129" name=""/>
          <p:cNvSpPr/>
          <p:nvPr/>
        </p:nvSpPr>
        <p:spPr>
          <a:xfrm>
            <a:off x="9144000" y="4426920"/>
            <a:ext cx="2283480" cy="599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c9211e"/>
                </a:solidFill>
                <a:latin typeface="Arial"/>
              </a:rPr>
              <a:t>employee_file.csv</a:t>
            </a:r>
            <a:endParaRPr b="0" lang="en-US" sz="1800" spc="-1" strike="noStrike">
              <a:solidFill>
                <a:srgbClr val="000000"/>
              </a:solidFill>
              <a:latin typeface="Arial"/>
            </a:endParaRPr>
          </a:p>
        </p:txBody>
      </p:sp>
      <p:pic>
        <p:nvPicPr>
          <p:cNvPr id="130" name="" descr=""/>
          <p:cNvPicPr/>
          <p:nvPr/>
        </p:nvPicPr>
        <p:blipFill>
          <a:blip r:embed="rId1"/>
          <a:stretch/>
        </p:blipFill>
        <p:spPr>
          <a:xfrm>
            <a:off x="228600" y="1143000"/>
            <a:ext cx="8549640" cy="3349800"/>
          </a:xfrm>
          <a:prstGeom prst="rect">
            <a:avLst/>
          </a:prstGeom>
          <a:ln w="0">
            <a:noFill/>
          </a:ln>
        </p:spPr>
      </p:pic>
      <p:pic>
        <p:nvPicPr>
          <p:cNvPr id="131" name="" descr=""/>
          <p:cNvPicPr/>
          <p:nvPr/>
        </p:nvPicPr>
        <p:blipFill>
          <a:blip r:embed="rId2"/>
          <a:stretch/>
        </p:blipFill>
        <p:spPr>
          <a:xfrm>
            <a:off x="8229600" y="4870440"/>
            <a:ext cx="3643560" cy="1756440"/>
          </a:xfrm>
          <a:prstGeom prst="rect">
            <a:avLst/>
          </a:prstGeom>
          <a:ln w="0">
            <a:noFill/>
          </a:ln>
        </p:spPr>
      </p:pic>
      <p:pic>
        <p:nvPicPr>
          <p:cNvPr id="132" name="" descr=""/>
          <p:cNvPicPr/>
          <p:nvPr/>
        </p:nvPicPr>
        <p:blipFill>
          <a:blip r:embed="rId3"/>
          <a:stretch/>
        </p:blipFill>
        <p:spPr>
          <a:xfrm>
            <a:off x="324360" y="5486400"/>
            <a:ext cx="7488000" cy="911880"/>
          </a:xfrm>
          <a:prstGeom prst="rect">
            <a:avLst/>
          </a:prstGeom>
          <a:ln w="0">
            <a:noFill/>
          </a:ln>
        </p:spPr>
      </p:pic>
      <p:sp>
        <p:nvSpPr>
          <p:cNvPr id="133" name=""/>
          <p:cNvSpPr/>
          <p:nvPr/>
        </p:nvSpPr>
        <p:spPr>
          <a:xfrm>
            <a:off x="2971800" y="5029200"/>
            <a:ext cx="2740680" cy="599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c9211e"/>
                </a:solidFill>
                <a:latin typeface="Arial"/>
              </a:rPr>
              <a:t>employee_birthday.txt</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title"/>
          </p:nvPr>
        </p:nvSpPr>
        <p:spPr>
          <a:xfrm>
            <a:off x="838080" y="365040"/>
            <a:ext cx="9217800" cy="6408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Pickle</a:t>
            </a:r>
            <a:endParaRPr b="0" lang="en-US" sz="4400" spc="-1" strike="noStrike">
              <a:solidFill>
                <a:srgbClr val="000000"/>
              </a:solidFill>
              <a:latin typeface="Arial"/>
            </a:endParaRPr>
          </a:p>
        </p:txBody>
      </p:sp>
      <p:sp>
        <p:nvSpPr>
          <p:cNvPr id="135" name=""/>
          <p:cNvSpPr/>
          <p:nvPr/>
        </p:nvSpPr>
        <p:spPr>
          <a:xfrm>
            <a:off x="2514600" y="914400"/>
            <a:ext cx="2054880" cy="599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rPr>
              <a:t>main.py</a:t>
            </a:r>
            <a:endParaRPr b="0" lang="en-US" sz="1800" spc="-1" strike="noStrike">
              <a:solidFill>
                <a:srgbClr val="000000"/>
              </a:solidFill>
              <a:latin typeface="Arial"/>
            </a:endParaRPr>
          </a:p>
        </p:txBody>
      </p:sp>
      <p:pic>
        <p:nvPicPr>
          <p:cNvPr id="136" name="" descr=""/>
          <p:cNvPicPr/>
          <p:nvPr/>
        </p:nvPicPr>
        <p:blipFill>
          <a:blip r:embed="rId1"/>
          <a:stretch/>
        </p:blipFill>
        <p:spPr>
          <a:xfrm>
            <a:off x="362160" y="1425960"/>
            <a:ext cx="7274880" cy="2914920"/>
          </a:xfrm>
          <a:prstGeom prst="rect">
            <a:avLst/>
          </a:prstGeom>
          <a:ln w="0">
            <a:noFill/>
          </a:ln>
        </p:spPr>
      </p:pic>
      <p:pic>
        <p:nvPicPr>
          <p:cNvPr id="137" name="" descr=""/>
          <p:cNvPicPr/>
          <p:nvPr/>
        </p:nvPicPr>
        <p:blipFill>
          <a:blip r:embed="rId2"/>
          <a:stretch/>
        </p:blipFill>
        <p:spPr>
          <a:xfrm>
            <a:off x="457200" y="5257800"/>
            <a:ext cx="11427480" cy="962640"/>
          </a:xfrm>
          <a:prstGeom prst="rect">
            <a:avLst/>
          </a:prstGeom>
          <a:ln w="0">
            <a:noFill/>
          </a:ln>
        </p:spPr>
      </p:pic>
      <p:sp>
        <p:nvSpPr>
          <p:cNvPr id="138" name=""/>
          <p:cNvSpPr/>
          <p:nvPr/>
        </p:nvSpPr>
        <p:spPr>
          <a:xfrm>
            <a:off x="5441400" y="4800600"/>
            <a:ext cx="1642680" cy="599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c9211e"/>
                </a:solidFill>
                <a:latin typeface="Arial"/>
              </a:rPr>
              <a:t>OUTPUT</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PlaceHolder 1"/>
          <p:cNvSpPr>
            <a:spLocks noGrp="1"/>
          </p:cNvSpPr>
          <p:nvPr>
            <p:ph type="title"/>
          </p:nvPr>
        </p:nvSpPr>
        <p:spPr>
          <a:xfrm>
            <a:off x="838080" y="365040"/>
            <a:ext cx="9217800" cy="6408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Python GUI - GTK - Button</a:t>
            </a:r>
            <a:endParaRPr b="0" lang="en-US" sz="4400" spc="-1" strike="noStrike">
              <a:solidFill>
                <a:srgbClr val="000000"/>
              </a:solidFill>
              <a:latin typeface="Arial"/>
            </a:endParaRPr>
          </a:p>
        </p:txBody>
      </p:sp>
      <p:sp>
        <p:nvSpPr>
          <p:cNvPr id="140" name=""/>
          <p:cNvSpPr/>
          <p:nvPr/>
        </p:nvSpPr>
        <p:spPr>
          <a:xfrm>
            <a:off x="2514600" y="812880"/>
            <a:ext cx="2054880" cy="599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rPr>
              <a:t>main.py</a:t>
            </a:r>
            <a:endParaRPr b="0" lang="en-US" sz="1800" spc="-1" strike="noStrike">
              <a:solidFill>
                <a:srgbClr val="000000"/>
              </a:solidFill>
              <a:latin typeface="Arial"/>
            </a:endParaRPr>
          </a:p>
        </p:txBody>
      </p:sp>
      <p:sp>
        <p:nvSpPr>
          <p:cNvPr id="141" name=""/>
          <p:cNvSpPr/>
          <p:nvPr/>
        </p:nvSpPr>
        <p:spPr>
          <a:xfrm>
            <a:off x="8184960" y="1008000"/>
            <a:ext cx="1642680" cy="599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c9211e"/>
                </a:solidFill>
                <a:latin typeface="Arial"/>
              </a:rPr>
              <a:t>OUTPUT</a:t>
            </a:r>
            <a:endParaRPr b="0" lang="en-US" sz="1800" spc="-1" strike="noStrike">
              <a:solidFill>
                <a:srgbClr val="000000"/>
              </a:solidFill>
              <a:latin typeface="Arial"/>
            </a:endParaRPr>
          </a:p>
        </p:txBody>
      </p:sp>
      <p:pic>
        <p:nvPicPr>
          <p:cNvPr id="142" name="" descr=""/>
          <p:cNvPicPr/>
          <p:nvPr/>
        </p:nvPicPr>
        <p:blipFill>
          <a:blip r:embed="rId1"/>
          <a:stretch/>
        </p:blipFill>
        <p:spPr>
          <a:xfrm>
            <a:off x="685800" y="1151640"/>
            <a:ext cx="4341240" cy="5690520"/>
          </a:xfrm>
          <a:prstGeom prst="rect">
            <a:avLst/>
          </a:prstGeom>
          <a:ln w="0">
            <a:noFill/>
          </a:ln>
        </p:spPr>
      </p:pic>
      <p:pic>
        <p:nvPicPr>
          <p:cNvPr id="143" name="" descr=""/>
          <p:cNvPicPr/>
          <p:nvPr/>
        </p:nvPicPr>
        <p:blipFill>
          <a:blip r:embed="rId2"/>
          <a:stretch/>
        </p:blipFill>
        <p:spPr>
          <a:xfrm>
            <a:off x="7086600" y="1448280"/>
            <a:ext cx="3250440" cy="1292760"/>
          </a:xfrm>
          <a:prstGeom prst="rect">
            <a:avLst/>
          </a:prstGeom>
          <a:ln w="0">
            <a:noFill/>
          </a:ln>
        </p:spPr>
      </p:pic>
      <p:pic>
        <p:nvPicPr>
          <p:cNvPr id="144" name="" descr=""/>
          <p:cNvPicPr/>
          <p:nvPr/>
        </p:nvPicPr>
        <p:blipFill>
          <a:blip r:embed="rId3"/>
          <a:stretch/>
        </p:blipFill>
        <p:spPr>
          <a:xfrm>
            <a:off x="5064480" y="2836440"/>
            <a:ext cx="7112880" cy="734760"/>
          </a:xfrm>
          <a:prstGeom prst="rect">
            <a:avLst/>
          </a:prstGeom>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PlaceHolder 1"/>
          <p:cNvSpPr>
            <a:spLocks noGrp="1"/>
          </p:cNvSpPr>
          <p:nvPr>
            <p:ph type="title"/>
          </p:nvPr>
        </p:nvSpPr>
        <p:spPr>
          <a:xfrm>
            <a:off x="838080" y="365040"/>
            <a:ext cx="9217800" cy="6408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Python GUI - GTK - Combobox</a:t>
            </a:r>
            <a:endParaRPr b="0" lang="en-US" sz="4400" spc="-1" strike="noStrike">
              <a:solidFill>
                <a:srgbClr val="000000"/>
              </a:solidFill>
              <a:latin typeface="Arial"/>
            </a:endParaRPr>
          </a:p>
        </p:txBody>
      </p:sp>
      <p:sp>
        <p:nvSpPr>
          <p:cNvPr id="146" name=""/>
          <p:cNvSpPr/>
          <p:nvPr/>
        </p:nvSpPr>
        <p:spPr>
          <a:xfrm>
            <a:off x="2514600" y="812880"/>
            <a:ext cx="2054880" cy="599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rPr>
              <a:t>main.py</a:t>
            </a:r>
            <a:endParaRPr b="0" lang="en-US" sz="1800" spc="-1" strike="noStrike">
              <a:solidFill>
                <a:srgbClr val="000000"/>
              </a:solidFill>
              <a:latin typeface="Arial"/>
            </a:endParaRPr>
          </a:p>
        </p:txBody>
      </p:sp>
      <p:sp>
        <p:nvSpPr>
          <p:cNvPr id="147" name=""/>
          <p:cNvSpPr/>
          <p:nvPr/>
        </p:nvSpPr>
        <p:spPr>
          <a:xfrm>
            <a:off x="8184960" y="1008000"/>
            <a:ext cx="1642680" cy="599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c9211e"/>
                </a:solidFill>
                <a:latin typeface="Arial"/>
              </a:rPr>
              <a:t>OUTPUT</a:t>
            </a:r>
            <a:endParaRPr b="0" lang="en-US" sz="1800" spc="-1" strike="noStrike">
              <a:solidFill>
                <a:srgbClr val="000000"/>
              </a:solidFill>
              <a:latin typeface="Arial"/>
            </a:endParaRPr>
          </a:p>
        </p:txBody>
      </p:sp>
      <p:pic>
        <p:nvPicPr>
          <p:cNvPr id="148" name="" descr=""/>
          <p:cNvPicPr/>
          <p:nvPr/>
        </p:nvPicPr>
        <p:blipFill>
          <a:blip r:embed="rId1"/>
          <a:stretch/>
        </p:blipFill>
        <p:spPr>
          <a:xfrm>
            <a:off x="7315200" y="1752480"/>
            <a:ext cx="3426840" cy="2588760"/>
          </a:xfrm>
          <a:prstGeom prst="rect">
            <a:avLst/>
          </a:prstGeom>
          <a:ln w="0">
            <a:noFill/>
          </a:ln>
        </p:spPr>
      </p:pic>
      <p:pic>
        <p:nvPicPr>
          <p:cNvPr id="149" name="" descr=""/>
          <p:cNvPicPr/>
          <p:nvPr/>
        </p:nvPicPr>
        <p:blipFill>
          <a:blip r:embed="rId2"/>
          <a:stretch/>
        </p:blipFill>
        <p:spPr>
          <a:xfrm>
            <a:off x="561960" y="1143000"/>
            <a:ext cx="5608080" cy="5619960"/>
          </a:xfrm>
          <a:prstGeom prst="rect">
            <a:avLst/>
          </a:prstGeom>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PlaceHolder 1"/>
          <p:cNvSpPr>
            <a:spLocks noGrp="1"/>
          </p:cNvSpPr>
          <p:nvPr>
            <p:ph type="title"/>
          </p:nvPr>
        </p:nvSpPr>
        <p:spPr>
          <a:xfrm>
            <a:off x="838080" y="365040"/>
            <a:ext cx="9217800" cy="6408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Python GUI - GTK - Combobox</a:t>
            </a:r>
            <a:endParaRPr b="0" lang="en-US" sz="4400" spc="-1" strike="noStrike">
              <a:solidFill>
                <a:srgbClr val="000000"/>
              </a:solidFill>
              <a:latin typeface="Arial"/>
            </a:endParaRPr>
          </a:p>
        </p:txBody>
      </p:sp>
      <p:sp>
        <p:nvSpPr>
          <p:cNvPr id="151" name=""/>
          <p:cNvSpPr/>
          <p:nvPr/>
        </p:nvSpPr>
        <p:spPr>
          <a:xfrm>
            <a:off x="2514600" y="812880"/>
            <a:ext cx="2054880" cy="599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rPr>
              <a:t>main.py</a:t>
            </a:r>
            <a:endParaRPr b="0" lang="en-US" sz="1800" spc="-1" strike="noStrike">
              <a:solidFill>
                <a:srgbClr val="000000"/>
              </a:solidFill>
              <a:latin typeface="Arial"/>
            </a:endParaRPr>
          </a:p>
        </p:txBody>
      </p:sp>
      <p:sp>
        <p:nvSpPr>
          <p:cNvPr id="152" name=""/>
          <p:cNvSpPr/>
          <p:nvPr/>
        </p:nvSpPr>
        <p:spPr>
          <a:xfrm>
            <a:off x="8184960" y="1008000"/>
            <a:ext cx="1642680" cy="599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c9211e"/>
                </a:solidFill>
                <a:latin typeface="Arial"/>
              </a:rPr>
              <a:t>OUTPUT</a:t>
            </a:r>
            <a:endParaRPr b="0" lang="en-US" sz="1800" spc="-1" strike="noStrike">
              <a:solidFill>
                <a:srgbClr val="000000"/>
              </a:solidFill>
              <a:latin typeface="Arial"/>
            </a:endParaRPr>
          </a:p>
        </p:txBody>
      </p:sp>
      <p:pic>
        <p:nvPicPr>
          <p:cNvPr id="153" name="" descr=""/>
          <p:cNvPicPr/>
          <p:nvPr/>
        </p:nvPicPr>
        <p:blipFill>
          <a:blip r:embed="rId1"/>
          <a:stretch/>
        </p:blipFill>
        <p:spPr>
          <a:xfrm>
            <a:off x="7315200" y="1752480"/>
            <a:ext cx="3426840" cy="2588760"/>
          </a:xfrm>
          <a:prstGeom prst="rect">
            <a:avLst/>
          </a:prstGeom>
          <a:ln w="0">
            <a:noFill/>
          </a:ln>
        </p:spPr>
      </p:pic>
      <p:pic>
        <p:nvPicPr>
          <p:cNvPr id="154" name="" descr=""/>
          <p:cNvPicPr/>
          <p:nvPr/>
        </p:nvPicPr>
        <p:blipFill>
          <a:blip r:embed="rId2"/>
          <a:stretch/>
        </p:blipFill>
        <p:spPr>
          <a:xfrm>
            <a:off x="228600" y="1143000"/>
            <a:ext cx="6379200" cy="5255640"/>
          </a:xfrm>
          <a:prstGeom prst="rect">
            <a:avLst/>
          </a:prstGeom>
          <a:ln w="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PlaceHolder 1"/>
          <p:cNvSpPr>
            <a:spLocks noGrp="1"/>
          </p:cNvSpPr>
          <p:nvPr>
            <p:ph type="title"/>
          </p:nvPr>
        </p:nvSpPr>
        <p:spPr>
          <a:xfrm>
            <a:off x="838080" y="365040"/>
            <a:ext cx="9217800" cy="6408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Python GUI - GTK - Grid</a:t>
            </a:r>
            <a:endParaRPr b="0" lang="en-US" sz="4400" spc="-1" strike="noStrike">
              <a:solidFill>
                <a:srgbClr val="000000"/>
              </a:solidFill>
              <a:latin typeface="Arial"/>
            </a:endParaRPr>
          </a:p>
        </p:txBody>
      </p:sp>
      <p:sp>
        <p:nvSpPr>
          <p:cNvPr id="156" name=""/>
          <p:cNvSpPr/>
          <p:nvPr/>
        </p:nvSpPr>
        <p:spPr>
          <a:xfrm>
            <a:off x="2514600" y="812880"/>
            <a:ext cx="2054880" cy="599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rPr>
              <a:t>main.py</a:t>
            </a:r>
            <a:endParaRPr b="0" lang="en-US" sz="1800" spc="-1" strike="noStrike">
              <a:solidFill>
                <a:srgbClr val="000000"/>
              </a:solidFill>
              <a:latin typeface="Arial"/>
            </a:endParaRPr>
          </a:p>
        </p:txBody>
      </p:sp>
      <p:sp>
        <p:nvSpPr>
          <p:cNvPr id="157" name=""/>
          <p:cNvSpPr/>
          <p:nvPr/>
        </p:nvSpPr>
        <p:spPr>
          <a:xfrm>
            <a:off x="8184960" y="1008000"/>
            <a:ext cx="1642680" cy="599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c9211e"/>
                </a:solidFill>
                <a:latin typeface="Arial"/>
              </a:rPr>
              <a:t>OUTPUT</a:t>
            </a:r>
            <a:endParaRPr b="0" lang="en-US" sz="1800" spc="-1" strike="noStrike">
              <a:solidFill>
                <a:srgbClr val="000000"/>
              </a:solidFill>
              <a:latin typeface="Arial"/>
            </a:endParaRPr>
          </a:p>
        </p:txBody>
      </p:sp>
      <p:pic>
        <p:nvPicPr>
          <p:cNvPr id="158" name="" descr=""/>
          <p:cNvPicPr/>
          <p:nvPr/>
        </p:nvPicPr>
        <p:blipFill>
          <a:blip r:embed="rId1"/>
          <a:stretch/>
        </p:blipFill>
        <p:spPr>
          <a:xfrm>
            <a:off x="228600" y="1295640"/>
            <a:ext cx="6170040" cy="5270400"/>
          </a:xfrm>
          <a:prstGeom prst="rect">
            <a:avLst/>
          </a:prstGeom>
          <a:ln w="0">
            <a:noFill/>
          </a:ln>
        </p:spPr>
      </p:pic>
      <p:pic>
        <p:nvPicPr>
          <p:cNvPr id="159" name="" descr=""/>
          <p:cNvPicPr/>
          <p:nvPr/>
        </p:nvPicPr>
        <p:blipFill>
          <a:blip r:embed="rId2"/>
          <a:stretch/>
        </p:blipFill>
        <p:spPr>
          <a:xfrm>
            <a:off x="7315200" y="1667520"/>
            <a:ext cx="3207600" cy="1987920"/>
          </a:xfrm>
          <a:prstGeom prst="rect">
            <a:avLst/>
          </a:prstGeom>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PlaceHolder 1"/>
          <p:cNvSpPr>
            <a:spLocks noGrp="1"/>
          </p:cNvSpPr>
          <p:nvPr>
            <p:ph type="title"/>
          </p:nvPr>
        </p:nvSpPr>
        <p:spPr>
          <a:xfrm>
            <a:off x="838080" y="365040"/>
            <a:ext cx="9217800" cy="6408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Python GUI - GTK – Input Text</a:t>
            </a:r>
            <a:endParaRPr b="0" lang="en-US" sz="4400" spc="-1" strike="noStrike">
              <a:solidFill>
                <a:srgbClr val="000000"/>
              </a:solidFill>
              <a:latin typeface="Arial"/>
            </a:endParaRPr>
          </a:p>
        </p:txBody>
      </p:sp>
      <p:sp>
        <p:nvSpPr>
          <p:cNvPr id="161" name=""/>
          <p:cNvSpPr/>
          <p:nvPr/>
        </p:nvSpPr>
        <p:spPr>
          <a:xfrm>
            <a:off x="2514600" y="812880"/>
            <a:ext cx="2054880" cy="599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rPr>
              <a:t>main.py</a:t>
            </a:r>
            <a:endParaRPr b="0" lang="en-US" sz="1800" spc="-1" strike="noStrike">
              <a:solidFill>
                <a:srgbClr val="000000"/>
              </a:solidFill>
              <a:latin typeface="Arial"/>
            </a:endParaRPr>
          </a:p>
        </p:txBody>
      </p:sp>
      <p:sp>
        <p:nvSpPr>
          <p:cNvPr id="162" name=""/>
          <p:cNvSpPr/>
          <p:nvPr/>
        </p:nvSpPr>
        <p:spPr>
          <a:xfrm>
            <a:off x="8184960" y="1008000"/>
            <a:ext cx="1642680" cy="599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c9211e"/>
                </a:solidFill>
                <a:latin typeface="Arial"/>
              </a:rPr>
              <a:t>OUTPUT</a:t>
            </a:r>
            <a:endParaRPr b="0" lang="en-US" sz="1800" spc="-1" strike="noStrike">
              <a:solidFill>
                <a:srgbClr val="000000"/>
              </a:solidFill>
              <a:latin typeface="Arial"/>
            </a:endParaRPr>
          </a:p>
        </p:txBody>
      </p:sp>
      <p:pic>
        <p:nvPicPr>
          <p:cNvPr id="163" name="" descr=""/>
          <p:cNvPicPr/>
          <p:nvPr/>
        </p:nvPicPr>
        <p:blipFill>
          <a:blip r:embed="rId1"/>
          <a:stretch/>
        </p:blipFill>
        <p:spPr>
          <a:xfrm>
            <a:off x="1371600" y="1114920"/>
            <a:ext cx="4436280" cy="5740920"/>
          </a:xfrm>
          <a:prstGeom prst="rect">
            <a:avLst/>
          </a:prstGeom>
          <a:ln w="0">
            <a:noFill/>
          </a:ln>
        </p:spPr>
      </p:pic>
      <p:pic>
        <p:nvPicPr>
          <p:cNvPr id="164" name="" descr=""/>
          <p:cNvPicPr/>
          <p:nvPr/>
        </p:nvPicPr>
        <p:blipFill>
          <a:blip r:embed="rId2"/>
          <a:stretch/>
        </p:blipFill>
        <p:spPr>
          <a:xfrm>
            <a:off x="7086600" y="1600200"/>
            <a:ext cx="3020040" cy="1977840"/>
          </a:xfrm>
          <a:prstGeom prst="rect">
            <a:avLst/>
          </a:prstGeom>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PlaceHolder 1"/>
          <p:cNvSpPr>
            <a:spLocks noGrp="1"/>
          </p:cNvSpPr>
          <p:nvPr>
            <p:ph type="title"/>
          </p:nvPr>
        </p:nvSpPr>
        <p:spPr>
          <a:xfrm>
            <a:off x="838080" y="365040"/>
            <a:ext cx="10512360" cy="6408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Built-in Types</a:t>
            </a:r>
            <a:endParaRPr b="0" lang="en-US" sz="4400" spc="-1" strike="noStrike">
              <a:solidFill>
                <a:srgbClr val="000000"/>
              </a:solidFill>
              <a:latin typeface="Arial"/>
            </a:endParaRPr>
          </a:p>
        </p:txBody>
      </p:sp>
      <p:graphicFrame>
        <p:nvGraphicFramePr>
          <p:cNvPr id="166" name="Content Placeholder 4"/>
          <p:cNvGraphicFramePr/>
          <p:nvPr/>
        </p:nvGraphicFramePr>
        <p:xfrm>
          <a:off x="3043080" y="1467360"/>
          <a:ext cx="7085880" cy="4636800"/>
        </p:xfrm>
        <a:graphic>
          <a:graphicData uri="http://schemas.openxmlformats.org/drawingml/2006/table">
            <a:tbl>
              <a:tblPr/>
              <a:tblGrid>
                <a:gridCol w="1986480"/>
                <a:gridCol w="5099760"/>
              </a:tblGrid>
              <a:tr h="446400">
                <a:tc>
                  <a:txBody>
                    <a:bodyPr lIns="7560" rIns="7560" anchor="t">
                      <a:noAutofit/>
                    </a:bodyPr>
                    <a:p>
                      <a:pPr algn="ctr" defTabSz="914400">
                        <a:lnSpc>
                          <a:spcPct val="100000"/>
                        </a:lnSpc>
                      </a:pPr>
                      <a:r>
                        <a:rPr b="1" lang="en-US" sz="2400" spc="-1" strike="noStrike">
                          <a:solidFill>
                            <a:schemeClr val="lt1"/>
                          </a:solidFill>
                          <a:latin typeface="Calibri"/>
                        </a:rPr>
                        <a:t>Type</a:t>
                      </a:r>
                      <a:endParaRPr b="0" lang="en-US" sz="2400" spc="-1" strike="noStrike">
                        <a:solidFill>
                          <a:srgbClr val="ffffff"/>
                        </a:solidFill>
                        <a:latin typeface="Arial"/>
                      </a:endParaRPr>
                    </a:p>
                  </a:txBody>
                  <a:tcPr anchor="t" marL="7560" marR="7560">
                    <a:lnL w="12240">
                      <a:solidFill>
                        <a:srgbClr val="5b9bd5"/>
                      </a:solidFill>
                      <a:prstDash val="solid"/>
                    </a:lnL>
                    <a:lnR w="12240">
                      <a:noFill/>
                      <a:prstDash val="solid"/>
                    </a:lnR>
                    <a:lnT w="12240">
                      <a:solidFill>
                        <a:srgbClr val="5b9bd5"/>
                      </a:solidFill>
                      <a:prstDash val="solid"/>
                    </a:lnT>
                    <a:lnB w="12240">
                      <a:solidFill>
                        <a:srgbClr val="5b9bd5"/>
                      </a:solidFill>
                      <a:prstDash val="solid"/>
                    </a:lnB>
                    <a:solidFill>
                      <a:schemeClr val="accent1"/>
                    </a:solidFill>
                  </a:tcPr>
                </a:tc>
                <a:tc>
                  <a:txBody>
                    <a:bodyPr lIns="7560" rIns="7560" anchor="t">
                      <a:noAutofit/>
                    </a:bodyPr>
                    <a:p>
                      <a:pPr defTabSz="914400">
                        <a:lnSpc>
                          <a:spcPct val="100000"/>
                        </a:lnSpc>
                      </a:pPr>
                      <a:r>
                        <a:rPr b="1" lang="en-US" sz="2400" spc="-1" strike="noStrike">
                          <a:solidFill>
                            <a:schemeClr val="lt1"/>
                          </a:solidFill>
                          <a:latin typeface="Calibri"/>
                        </a:rPr>
                        <a:t>Description</a:t>
                      </a:r>
                      <a:endParaRPr b="0" lang="en-US" sz="2400" spc="-1" strike="noStrike">
                        <a:solidFill>
                          <a:srgbClr val="ffffff"/>
                        </a:solidFill>
                        <a:latin typeface="Arial"/>
                      </a:endParaRPr>
                    </a:p>
                  </a:txBody>
                  <a:tcPr anchor="t" marL="7560" marR="7560">
                    <a:lnL w="12240">
                      <a:noFill/>
                      <a:prstDash val="solid"/>
                    </a:lnL>
                    <a:lnR w="12240">
                      <a:solidFill>
                        <a:srgbClr val="5b9bd5"/>
                      </a:solidFill>
                      <a:prstDash val="solid"/>
                    </a:lnR>
                    <a:lnT w="12240">
                      <a:solidFill>
                        <a:srgbClr val="5b9bd5"/>
                      </a:solidFill>
                      <a:prstDash val="solid"/>
                    </a:lnT>
                    <a:lnB w="12240">
                      <a:solidFill>
                        <a:srgbClr val="5b9bd5"/>
                      </a:solidFill>
                      <a:prstDash val="solid"/>
                    </a:lnB>
                    <a:solidFill>
                      <a:schemeClr val="accent1"/>
                    </a:solidFill>
                  </a:tcPr>
                </a:tc>
              </a:tr>
              <a:tr h="446400">
                <a:tc>
                  <a:txBody>
                    <a:bodyPr lIns="7560" rIns="7560" anchor="t">
                      <a:noAutofit/>
                    </a:bodyPr>
                    <a:p>
                      <a:pPr algn="ctr" defTabSz="914400">
                        <a:lnSpc>
                          <a:spcPct val="100000"/>
                        </a:lnSpc>
                      </a:pPr>
                      <a:r>
                        <a:rPr b="0" lang="en-US" sz="2400" spc="-1" strike="noStrike">
                          <a:solidFill>
                            <a:schemeClr val="dk1"/>
                          </a:solidFill>
                          <a:latin typeface="Calibri"/>
                        </a:rPr>
                        <a:t>bool</a:t>
                      </a:r>
                      <a:endParaRPr b="0" lang="en-US" sz="2400" spc="-1" strike="noStrike">
                        <a:solidFill>
                          <a:srgbClr val="000000"/>
                        </a:solidFill>
                        <a:latin typeface="Arial"/>
                      </a:endParaRPr>
                    </a:p>
                  </a:txBody>
                  <a:tcPr anchor="t" marL="7560" marR="7560">
                    <a:lnL w="12240">
                      <a:solidFill>
                        <a:srgbClr val="5b9bd5"/>
                      </a:solidFill>
                      <a:prstDash val="solid"/>
                    </a:lnL>
                    <a:lnR w="12240">
                      <a:noFill/>
                      <a:prstDash val="solid"/>
                    </a:lnR>
                    <a:lnT w="12240">
                      <a:solidFill>
                        <a:srgbClr val="5b9bd5"/>
                      </a:solidFill>
                      <a:prstDash val="solid"/>
                    </a:lnT>
                    <a:lnB w="12240">
                      <a:solidFill>
                        <a:srgbClr val="5b9bd5"/>
                      </a:solidFill>
                      <a:prstDash val="solid"/>
                    </a:lnB>
                    <a:solidFill>
                      <a:schemeClr val="lt1"/>
                    </a:solidFill>
                  </a:tcPr>
                </a:tc>
                <a:tc>
                  <a:txBody>
                    <a:bodyPr lIns="7560" rIns="7560" anchor="t">
                      <a:noAutofit/>
                    </a:bodyPr>
                    <a:p>
                      <a:pPr defTabSz="914400">
                        <a:lnSpc>
                          <a:spcPct val="100000"/>
                        </a:lnSpc>
                      </a:pPr>
                      <a:r>
                        <a:rPr b="0" lang="en-US" sz="2400" spc="-1" strike="noStrike">
                          <a:solidFill>
                            <a:schemeClr val="dk1"/>
                          </a:solidFill>
                          <a:latin typeface="Calibri"/>
                        </a:rPr>
                        <a:t>Boolean value</a:t>
                      </a:r>
                      <a:endParaRPr b="0" lang="en-US" sz="2400" spc="-1" strike="noStrike">
                        <a:solidFill>
                          <a:srgbClr val="000000"/>
                        </a:solidFill>
                        <a:latin typeface="Arial"/>
                      </a:endParaRPr>
                    </a:p>
                  </a:txBody>
                  <a:tcPr anchor="t" marL="7560" marR="7560">
                    <a:lnL w="12240">
                      <a:noFill/>
                      <a:prstDash val="solid"/>
                    </a:lnL>
                    <a:lnR w="12240">
                      <a:solidFill>
                        <a:srgbClr val="5b9bd5"/>
                      </a:solidFill>
                      <a:prstDash val="solid"/>
                    </a:lnR>
                    <a:lnT w="12240">
                      <a:solidFill>
                        <a:srgbClr val="5b9bd5"/>
                      </a:solidFill>
                      <a:prstDash val="solid"/>
                    </a:lnT>
                    <a:lnB w="12240">
                      <a:solidFill>
                        <a:srgbClr val="5b9bd5"/>
                      </a:solidFill>
                      <a:prstDash val="solid"/>
                    </a:lnB>
                    <a:solidFill>
                      <a:schemeClr val="lt1"/>
                    </a:solidFill>
                  </a:tcPr>
                </a:tc>
              </a:tr>
              <a:tr h="446400">
                <a:tc>
                  <a:txBody>
                    <a:bodyPr lIns="7560" rIns="7560" anchor="t">
                      <a:noAutofit/>
                    </a:bodyPr>
                    <a:p>
                      <a:pPr algn="ctr" defTabSz="914400">
                        <a:lnSpc>
                          <a:spcPct val="100000"/>
                        </a:lnSpc>
                      </a:pPr>
                      <a:r>
                        <a:rPr b="0" lang="en-US" sz="2400" spc="-1" strike="noStrike">
                          <a:solidFill>
                            <a:schemeClr val="dk1"/>
                          </a:solidFill>
                          <a:latin typeface="Calibri"/>
                        </a:rPr>
                        <a:t>int</a:t>
                      </a:r>
                      <a:endParaRPr b="0" lang="en-US" sz="2400" spc="-1" strike="noStrike">
                        <a:solidFill>
                          <a:srgbClr val="000000"/>
                        </a:solidFill>
                        <a:latin typeface="Arial"/>
                      </a:endParaRPr>
                    </a:p>
                  </a:txBody>
                  <a:tcPr anchor="t" marL="7560" marR="7560">
                    <a:lnL w="12240">
                      <a:solidFill>
                        <a:srgbClr val="5b9bd5"/>
                      </a:solidFill>
                      <a:prstDash val="solid"/>
                    </a:lnL>
                    <a:lnR w="12240">
                      <a:noFill/>
                      <a:prstDash val="solid"/>
                    </a:lnR>
                    <a:lnT w="12240">
                      <a:solidFill>
                        <a:srgbClr val="5b9bd5"/>
                      </a:solidFill>
                      <a:prstDash val="solid"/>
                    </a:lnT>
                    <a:lnB w="12240">
                      <a:solidFill>
                        <a:srgbClr val="5b9bd5"/>
                      </a:solidFill>
                      <a:prstDash val="solid"/>
                    </a:lnB>
                    <a:solidFill>
                      <a:schemeClr val="lt1"/>
                    </a:solidFill>
                  </a:tcPr>
                </a:tc>
                <a:tc>
                  <a:txBody>
                    <a:bodyPr lIns="7560" rIns="7560" anchor="t">
                      <a:noAutofit/>
                    </a:bodyPr>
                    <a:p>
                      <a:pPr defTabSz="914400">
                        <a:lnSpc>
                          <a:spcPct val="100000"/>
                        </a:lnSpc>
                      </a:pPr>
                      <a:r>
                        <a:rPr b="0" lang="en-US" sz="2400" spc="-1" strike="noStrike">
                          <a:solidFill>
                            <a:schemeClr val="dk1"/>
                          </a:solidFill>
                          <a:latin typeface="Calibri"/>
                        </a:rPr>
                        <a:t>Integer</a:t>
                      </a:r>
                      <a:endParaRPr b="0" lang="en-US" sz="2400" spc="-1" strike="noStrike">
                        <a:solidFill>
                          <a:srgbClr val="000000"/>
                        </a:solidFill>
                        <a:latin typeface="Arial"/>
                      </a:endParaRPr>
                    </a:p>
                  </a:txBody>
                  <a:tcPr anchor="t" marL="7560" marR="7560">
                    <a:lnL w="12240">
                      <a:noFill/>
                      <a:prstDash val="solid"/>
                    </a:lnL>
                    <a:lnR w="12240">
                      <a:solidFill>
                        <a:srgbClr val="5b9bd5"/>
                      </a:solidFill>
                      <a:prstDash val="solid"/>
                    </a:lnR>
                    <a:lnT w="12240">
                      <a:solidFill>
                        <a:srgbClr val="5b9bd5"/>
                      </a:solidFill>
                      <a:prstDash val="solid"/>
                    </a:lnT>
                    <a:lnB w="12240">
                      <a:solidFill>
                        <a:srgbClr val="5b9bd5"/>
                      </a:solidFill>
                      <a:prstDash val="solid"/>
                    </a:lnB>
                    <a:solidFill>
                      <a:schemeClr val="lt1"/>
                    </a:solidFill>
                  </a:tcPr>
                </a:tc>
              </a:tr>
              <a:tr h="446400">
                <a:tc>
                  <a:txBody>
                    <a:bodyPr lIns="7560" rIns="7560" anchor="t">
                      <a:noAutofit/>
                    </a:bodyPr>
                    <a:p>
                      <a:pPr algn="ctr" defTabSz="914400">
                        <a:lnSpc>
                          <a:spcPct val="100000"/>
                        </a:lnSpc>
                      </a:pPr>
                      <a:r>
                        <a:rPr b="0" lang="en-US" sz="2400" spc="-1" strike="noStrike">
                          <a:solidFill>
                            <a:schemeClr val="dk1"/>
                          </a:solidFill>
                          <a:latin typeface="Calibri"/>
                        </a:rPr>
                        <a:t>float</a:t>
                      </a:r>
                      <a:endParaRPr b="0" lang="en-US" sz="2400" spc="-1" strike="noStrike">
                        <a:solidFill>
                          <a:srgbClr val="000000"/>
                        </a:solidFill>
                        <a:latin typeface="Arial"/>
                      </a:endParaRPr>
                    </a:p>
                  </a:txBody>
                  <a:tcPr anchor="t" marL="7560" marR="7560">
                    <a:lnL w="12240">
                      <a:solidFill>
                        <a:srgbClr val="5b9bd5"/>
                      </a:solidFill>
                      <a:prstDash val="solid"/>
                    </a:lnL>
                    <a:lnR w="12240">
                      <a:noFill/>
                      <a:prstDash val="solid"/>
                    </a:lnR>
                    <a:lnT w="12240">
                      <a:solidFill>
                        <a:srgbClr val="5b9bd5"/>
                      </a:solidFill>
                      <a:prstDash val="solid"/>
                    </a:lnT>
                    <a:lnB w="12240">
                      <a:solidFill>
                        <a:srgbClr val="5b9bd5"/>
                      </a:solidFill>
                      <a:prstDash val="solid"/>
                    </a:lnB>
                    <a:solidFill>
                      <a:schemeClr val="lt1"/>
                    </a:solidFill>
                  </a:tcPr>
                </a:tc>
                <a:tc>
                  <a:txBody>
                    <a:bodyPr lIns="7560" rIns="7560" anchor="t">
                      <a:noAutofit/>
                    </a:bodyPr>
                    <a:p>
                      <a:pPr defTabSz="914400">
                        <a:lnSpc>
                          <a:spcPct val="100000"/>
                        </a:lnSpc>
                      </a:pPr>
                      <a:r>
                        <a:rPr b="0" lang="en-US" sz="2400" spc="-1" strike="noStrike">
                          <a:solidFill>
                            <a:schemeClr val="dk1"/>
                          </a:solidFill>
                          <a:latin typeface="Calibri"/>
                        </a:rPr>
                        <a:t>Floating-point number</a:t>
                      </a:r>
                      <a:endParaRPr b="0" lang="en-US" sz="2400" spc="-1" strike="noStrike">
                        <a:solidFill>
                          <a:srgbClr val="000000"/>
                        </a:solidFill>
                        <a:latin typeface="Arial"/>
                      </a:endParaRPr>
                    </a:p>
                  </a:txBody>
                  <a:tcPr anchor="t" marL="7560" marR="7560">
                    <a:lnL w="12240">
                      <a:noFill/>
                      <a:prstDash val="solid"/>
                    </a:lnL>
                    <a:lnR w="12240">
                      <a:solidFill>
                        <a:srgbClr val="5b9bd5"/>
                      </a:solidFill>
                      <a:prstDash val="solid"/>
                    </a:lnR>
                    <a:lnT w="12240">
                      <a:solidFill>
                        <a:srgbClr val="5b9bd5"/>
                      </a:solidFill>
                      <a:prstDash val="solid"/>
                    </a:lnT>
                    <a:lnB w="12240">
                      <a:solidFill>
                        <a:srgbClr val="5b9bd5"/>
                      </a:solidFill>
                      <a:prstDash val="solid"/>
                    </a:lnB>
                    <a:solidFill>
                      <a:schemeClr val="lt1"/>
                    </a:solidFill>
                  </a:tcPr>
                </a:tc>
              </a:tr>
              <a:tr h="446400">
                <a:tc>
                  <a:txBody>
                    <a:bodyPr lIns="7560" rIns="7560" anchor="t">
                      <a:noAutofit/>
                    </a:bodyPr>
                    <a:p>
                      <a:pPr algn="ctr" defTabSz="914400">
                        <a:lnSpc>
                          <a:spcPct val="100000"/>
                        </a:lnSpc>
                      </a:pPr>
                      <a:r>
                        <a:rPr b="0" lang="en-US" sz="2400" spc="-1" strike="noStrike">
                          <a:solidFill>
                            <a:schemeClr val="dk1"/>
                          </a:solidFill>
                          <a:latin typeface="Calibri"/>
                        </a:rPr>
                        <a:t>list</a:t>
                      </a:r>
                      <a:endParaRPr b="0" lang="en-US" sz="2400" spc="-1" strike="noStrike">
                        <a:solidFill>
                          <a:srgbClr val="000000"/>
                        </a:solidFill>
                        <a:latin typeface="Arial"/>
                      </a:endParaRPr>
                    </a:p>
                  </a:txBody>
                  <a:tcPr anchor="t" marL="7560" marR="7560">
                    <a:lnL w="12240">
                      <a:solidFill>
                        <a:srgbClr val="5b9bd5"/>
                      </a:solidFill>
                      <a:prstDash val="solid"/>
                    </a:lnL>
                    <a:lnR w="12240">
                      <a:noFill/>
                      <a:prstDash val="solid"/>
                    </a:lnR>
                    <a:lnT w="12240">
                      <a:solidFill>
                        <a:srgbClr val="5b9bd5"/>
                      </a:solidFill>
                      <a:prstDash val="solid"/>
                    </a:lnT>
                    <a:lnB w="12240">
                      <a:solidFill>
                        <a:srgbClr val="5b9bd5"/>
                      </a:solidFill>
                      <a:prstDash val="solid"/>
                    </a:lnB>
                    <a:solidFill>
                      <a:schemeClr val="lt1"/>
                    </a:solidFill>
                  </a:tcPr>
                </a:tc>
                <a:tc>
                  <a:txBody>
                    <a:bodyPr lIns="7560" rIns="7560" anchor="t">
                      <a:noAutofit/>
                    </a:bodyPr>
                    <a:p>
                      <a:pPr defTabSz="914400">
                        <a:lnSpc>
                          <a:spcPct val="100000"/>
                        </a:lnSpc>
                      </a:pPr>
                      <a:r>
                        <a:rPr b="0" lang="en-US" sz="2400" spc="-1" strike="noStrike">
                          <a:solidFill>
                            <a:schemeClr val="dk1"/>
                          </a:solidFill>
                          <a:latin typeface="Calibri"/>
                        </a:rPr>
                        <a:t>Mutable sequence of objects</a:t>
                      </a:r>
                      <a:endParaRPr b="0" lang="en-US" sz="2400" spc="-1" strike="noStrike">
                        <a:solidFill>
                          <a:srgbClr val="000000"/>
                        </a:solidFill>
                        <a:latin typeface="Arial"/>
                      </a:endParaRPr>
                    </a:p>
                  </a:txBody>
                  <a:tcPr anchor="t" marL="7560" marR="7560">
                    <a:lnL w="12240">
                      <a:noFill/>
                      <a:prstDash val="solid"/>
                    </a:lnL>
                    <a:lnR w="12240">
                      <a:solidFill>
                        <a:srgbClr val="5b9bd5"/>
                      </a:solidFill>
                      <a:prstDash val="solid"/>
                    </a:lnR>
                    <a:lnT w="12240">
                      <a:solidFill>
                        <a:srgbClr val="5b9bd5"/>
                      </a:solidFill>
                      <a:prstDash val="solid"/>
                    </a:lnT>
                    <a:lnB w="12240">
                      <a:solidFill>
                        <a:srgbClr val="5b9bd5"/>
                      </a:solidFill>
                      <a:prstDash val="solid"/>
                    </a:lnB>
                    <a:solidFill>
                      <a:schemeClr val="lt1"/>
                    </a:solidFill>
                  </a:tcPr>
                </a:tc>
              </a:tr>
              <a:tr h="446400">
                <a:tc>
                  <a:txBody>
                    <a:bodyPr lIns="7560" rIns="7560" anchor="t">
                      <a:noAutofit/>
                    </a:bodyPr>
                    <a:p>
                      <a:pPr algn="ctr" defTabSz="914400">
                        <a:lnSpc>
                          <a:spcPct val="100000"/>
                        </a:lnSpc>
                      </a:pPr>
                      <a:r>
                        <a:rPr b="0" lang="en-US" sz="2400" spc="-1" strike="noStrike">
                          <a:solidFill>
                            <a:schemeClr val="dk1"/>
                          </a:solidFill>
                          <a:latin typeface="Calibri"/>
                        </a:rPr>
                        <a:t>tuple</a:t>
                      </a:r>
                      <a:endParaRPr b="0" lang="en-US" sz="2400" spc="-1" strike="noStrike">
                        <a:solidFill>
                          <a:srgbClr val="000000"/>
                        </a:solidFill>
                        <a:latin typeface="Arial"/>
                      </a:endParaRPr>
                    </a:p>
                  </a:txBody>
                  <a:tcPr anchor="t" marL="7560" marR="7560">
                    <a:lnL w="12240">
                      <a:solidFill>
                        <a:srgbClr val="5b9bd5"/>
                      </a:solidFill>
                      <a:prstDash val="solid"/>
                    </a:lnL>
                    <a:lnR w="12240">
                      <a:noFill/>
                      <a:prstDash val="solid"/>
                    </a:lnR>
                    <a:lnT w="12240">
                      <a:solidFill>
                        <a:srgbClr val="5b9bd5"/>
                      </a:solidFill>
                      <a:prstDash val="solid"/>
                    </a:lnT>
                    <a:lnB w="12240">
                      <a:solidFill>
                        <a:srgbClr val="5b9bd5"/>
                      </a:solidFill>
                      <a:prstDash val="solid"/>
                    </a:lnB>
                    <a:solidFill>
                      <a:schemeClr val="lt1"/>
                    </a:solidFill>
                  </a:tcPr>
                </a:tc>
                <a:tc>
                  <a:txBody>
                    <a:bodyPr lIns="7560" rIns="7560" anchor="t">
                      <a:noAutofit/>
                    </a:bodyPr>
                    <a:p>
                      <a:pPr defTabSz="914400">
                        <a:lnSpc>
                          <a:spcPct val="100000"/>
                        </a:lnSpc>
                      </a:pPr>
                      <a:r>
                        <a:rPr b="0" lang="en-US" sz="2400" spc="-1" strike="noStrike">
                          <a:solidFill>
                            <a:schemeClr val="dk1"/>
                          </a:solidFill>
                          <a:latin typeface="Calibri"/>
                        </a:rPr>
                        <a:t>Immutable sequence of objects</a:t>
                      </a:r>
                      <a:endParaRPr b="0" lang="en-US" sz="2400" spc="-1" strike="noStrike">
                        <a:solidFill>
                          <a:srgbClr val="000000"/>
                        </a:solidFill>
                        <a:latin typeface="Arial"/>
                      </a:endParaRPr>
                    </a:p>
                  </a:txBody>
                  <a:tcPr anchor="t" marL="7560" marR="7560">
                    <a:lnL w="12240">
                      <a:noFill/>
                      <a:prstDash val="solid"/>
                    </a:lnL>
                    <a:lnR w="12240">
                      <a:solidFill>
                        <a:srgbClr val="5b9bd5"/>
                      </a:solidFill>
                      <a:prstDash val="solid"/>
                    </a:lnR>
                    <a:lnT w="12240">
                      <a:solidFill>
                        <a:srgbClr val="5b9bd5"/>
                      </a:solidFill>
                      <a:prstDash val="solid"/>
                    </a:lnT>
                    <a:lnB w="12240">
                      <a:solidFill>
                        <a:srgbClr val="5b9bd5"/>
                      </a:solidFill>
                      <a:prstDash val="solid"/>
                    </a:lnB>
                    <a:solidFill>
                      <a:schemeClr val="lt1"/>
                    </a:solidFill>
                  </a:tcPr>
                </a:tc>
              </a:tr>
              <a:tr h="446400">
                <a:tc>
                  <a:txBody>
                    <a:bodyPr lIns="7560" rIns="7560" anchor="t">
                      <a:noAutofit/>
                    </a:bodyPr>
                    <a:p>
                      <a:pPr algn="ctr" defTabSz="914400">
                        <a:lnSpc>
                          <a:spcPct val="100000"/>
                        </a:lnSpc>
                      </a:pPr>
                      <a:r>
                        <a:rPr b="0" lang="en-US" sz="2400" spc="-1" strike="noStrike">
                          <a:solidFill>
                            <a:schemeClr val="dk1"/>
                          </a:solidFill>
                          <a:latin typeface="Calibri"/>
                        </a:rPr>
                        <a:t>str</a:t>
                      </a:r>
                      <a:endParaRPr b="0" lang="en-US" sz="2400" spc="-1" strike="noStrike">
                        <a:solidFill>
                          <a:srgbClr val="000000"/>
                        </a:solidFill>
                        <a:latin typeface="Arial"/>
                      </a:endParaRPr>
                    </a:p>
                  </a:txBody>
                  <a:tcPr anchor="t" marL="7560" marR="7560">
                    <a:lnL w="12240">
                      <a:solidFill>
                        <a:srgbClr val="5b9bd5"/>
                      </a:solidFill>
                      <a:prstDash val="solid"/>
                    </a:lnL>
                    <a:lnR w="12240">
                      <a:noFill/>
                      <a:prstDash val="solid"/>
                    </a:lnR>
                    <a:lnT w="12240">
                      <a:solidFill>
                        <a:srgbClr val="5b9bd5"/>
                      </a:solidFill>
                      <a:prstDash val="solid"/>
                    </a:lnT>
                    <a:lnB w="12240">
                      <a:solidFill>
                        <a:srgbClr val="5b9bd5"/>
                      </a:solidFill>
                      <a:prstDash val="solid"/>
                    </a:lnB>
                    <a:solidFill>
                      <a:schemeClr val="lt1"/>
                    </a:solidFill>
                  </a:tcPr>
                </a:tc>
                <a:tc>
                  <a:txBody>
                    <a:bodyPr lIns="7560" rIns="7560" anchor="t">
                      <a:noAutofit/>
                    </a:bodyPr>
                    <a:p>
                      <a:pPr defTabSz="914400">
                        <a:lnSpc>
                          <a:spcPct val="100000"/>
                        </a:lnSpc>
                      </a:pPr>
                      <a:r>
                        <a:rPr b="0" lang="en-US" sz="2400" spc="-1" strike="noStrike">
                          <a:solidFill>
                            <a:schemeClr val="dk1"/>
                          </a:solidFill>
                          <a:latin typeface="Calibri"/>
                        </a:rPr>
                        <a:t>Character string</a:t>
                      </a:r>
                      <a:endParaRPr b="0" lang="en-US" sz="2400" spc="-1" strike="noStrike">
                        <a:solidFill>
                          <a:srgbClr val="000000"/>
                        </a:solidFill>
                        <a:latin typeface="Arial"/>
                      </a:endParaRPr>
                    </a:p>
                  </a:txBody>
                  <a:tcPr anchor="t" marL="7560" marR="7560">
                    <a:lnL w="12240">
                      <a:noFill/>
                      <a:prstDash val="solid"/>
                    </a:lnL>
                    <a:lnR w="12240">
                      <a:solidFill>
                        <a:srgbClr val="5b9bd5"/>
                      </a:solidFill>
                      <a:prstDash val="solid"/>
                    </a:lnR>
                    <a:lnT w="12240">
                      <a:solidFill>
                        <a:srgbClr val="5b9bd5"/>
                      </a:solidFill>
                      <a:prstDash val="solid"/>
                    </a:lnT>
                    <a:lnB w="12240">
                      <a:solidFill>
                        <a:srgbClr val="5b9bd5"/>
                      </a:solidFill>
                      <a:prstDash val="solid"/>
                    </a:lnB>
                    <a:solidFill>
                      <a:schemeClr val="lt1"/>
                    </a:solidFill>
                  </a:tcPr>
                </a:tc>
              </a:tr>
              <a:tr h="446400">
                <a:tc>
                  <a:txBody>
                    <a:bodyPr lIns="7560" rIns="7560" anchor="t">
                      <a:noAutofit/>
                    </a:bodyPr>
                    <a:p>
                      <a:pPr algn="ctr" defTabSz="914400">
                        <a:lnSpc>
                          <a:spcPct val="100000"/>
                        </a:lnSpc>
                      </a:pPr>
                      <a:r>
                        <a:rPr b="0" lang="en-US" sz="2400" spc="-1" strike="noStrike">
                          <a:solidFill>
                            <a:schemeClr val="dk1"/>
                          </a:solidFill>
                          <a:latin typeface="Calibri"/>
                        </a:rPr>
                        <a:t>set</a:t>
                      </a:r>
                      <a:endParaRPr b="0" lang="en-US" sz="2400" spc="-1" strike="noStrike">
                        <a:solidFill>
                          <a:srgbClr val="000000"/>
                        </a:solidFill>
                        <a:latin typeface="Arial"/>
                      </a:endParaRPr>
                    </a:p>
                  </a:txBody>
                  <a:tcPr anchor="t" marL="7560" marR="7560">
                    <a:lnL w="12240">
                      <a:solidFill>
                        <a:srgbClr val="5b9bd5"/>
                      </a:solidFill>
                      <a:prstDash val="solid"/>
                    </a:lnL>
                    <a:lnR w="12240">
                      <a:noFill/>
                      <a:prstDash val="solid"/>
                    </a:lnR>
                    <a:lnT w="12240">
                      <a:solidFill>
                        <a:srgbClr val="5b9bd5"/>
                      </a:solidFill>
                      <a:prstDash val="solid"/>
                    </a:lnT>
                    <a:lnB w="12240">
                      <a:solidFill>
                        <a:srgbClr val="5b9bd5"/>
                      </a:solidFill>
                      <a:prstDash val="solid"/>
                    </a:lnB>
                    <a:solidFill>
                      <a:schemeClr val="lt1"/>
                    </a:solidFill>
                  </a:tcPr>
                </a:tc>
                <a:tc>
                  <a:txBody>
                    <a:bodyPr lIns="7560" rIns="7560" anchor="t">
                      <a:noAutofit/>
                    </a:bodyPr>
                    <a:p>
                      <a:pPr defTabSz="914400">
                        <a:lnSpc>
                          <a:spcPct val="100000"/>
                        </a:lnSpc>
                      </a:pPr>
                      <a:r>
                        <a:rPr b="0" lang="en-US" sz="2400" spc="-1" strike="noStrike">
                          <a:solidFill>
                            <a:schemeClr val="dk1"/>
                          </a:solidFill>
                          <a:latin typeface="Calibri"/>
                        </a:rPr>
                        <a:t>Unordered set of distinct objects</a:t>
                      </a:r>
                      <a:endParaRPr b="0" lang="en-US" sz="2400" spc="-1" strike="noStrike">
                        <a:solidFill>
                          <a:srgbClr val="000000"/>
                        </a:solidFill>
                        <a:latin typeface="Arial"/>
                      </a:endParaRPr>
                    </a:p>
                  </a:txBody>
                  <a:tcPr anchor="t" marL="7560" marR="7560">
                    <a:lnL w="12240">
                      <a:noFill/>
                      <a:prstDash val="solid"/>
                    </a:lnL>
                    <a:lnR w="12240">
                      <a:solidFill>
                        <a:srgbClr val="5b9bd5"/>
                      </a:solidFill>
                      <a:prstDash val="solid"/>
                    </a:lnR>
                    <a:lnT w="12240">
                      <a:solidFill>
                        <a:srgbClr val="5b9bd5"/>
                      </a:solidFill>
                      <a:prstDash val="solid"/>
                    </a:lnT>
                    <a:lnB w="12240">
                      <a:solidFill>
                        <a:srgbClr val="5b9bd5"/>
                      </a:solidFill>
                      <a:prstDash val="solid"/>
                    </a:lnB>
                    <a:solidFill>
                      <a:schemeClr val="lt1"/>
                    </a:solidFill>
                  </a:tcPr>
                </a:tc>
              </a:tr>
              <a:tr h="446400">
                <a:tc>
                  <a:txBody>
                    <a:bodyPr lIns="7560" rIns="7560" anchor="t">
                      <a:noAutofit/>
                    </a:bodyPr>
                    <a:p>
                      <a:pPr algn="ctr" defTabSz="914400">
                        <a:lnSpc>
                          <a:spcPct val="100000"/>
                        </a:lnSpc>
                      </a:pPr>
                      <a:r>
                        <a:rPr b="0" lang="en-US" sz="2400" spc="-1" strike="noStrike">
                          <a:solidFill>
                            <a:schemeClr val="dk1"/>
                          </a:solidFill>
                          <a:latin typeface="Calibri"/>
                        </a:rPr>
                        <a:t>frozenset</a:t>
                      </a:r>
                      <a:endParaRPr b="0" lang="en-US" sz="2400" spc="-1" strike="noStrike">
                        <a:solidFill>
                          <a:srgbClr val="000000"/>
                        </a:solidFill>
                        <a:latin typeface="Arial"/>
                      </a:endParaRPr>
                    </a:p>
                  </a:txBody>
                  <a:tcPr anchor="t" marL="7560" marR="7560">
                    <a:lnL w="12240">
                      <a:solidFill>
                        <a:srgbClr val="5b9bd5"/>
                      </a:solidFill>
                      <a:prstDash val="solid"/>
                    </a:lnL>
                    <a:lnR w="12240">
                      <a:noFill/>
                      <a:prstDash val="solid"/>
                    </a:lnR>
                    <a:lnT w="12240">
                      <a:solidFill>
                        <a:srgbClr val="5b9bd5"/>
                      </a:solidFill>
                      <a:prstDash val="solid"/>
                    </a:lnT>
                    <a:lnB w="12240">
                      <a:solidFill>
                        <a:srgbClr val="5b9bd5"/>
                      </a:solidFill>
                      <a:prstDash val="solid"/>
                    </a:lnB>
                    <a:solidFill>
                      <a:schemeClr val="lt1"/>
                    </a:solidFill>
                  </a:tcPr>
                </a:tc>
                <a:tc>
                  <a:txBody>
                    <a:bodyPr lIns="7560" rIns="7560" anchor="t">
                      <a:noAutofit/>
                    </a:bodyPr>
                    <a:p>
                      <a:pPr defTabSz="914400">
                        <a:lnSpc>
                          <a:spcPct val="100000"/>
                        </a:lnSpc>
                      </a:pPr>
                      <a:r>
                        <a:rPr b="0" lang="en-US" sz="2400" spc="-1" strike="noStrike">
                          <a:solidFill>
                            <a:schemeClr val="dk1"/>
                          </a:solidFill>
                          <a:latin typeface="Calibri"/>
                        </a:rPr>
                        <a:t>Immutable form of set class</a:t>
                      </a:r>
                      <a:endParaRPr b="0" lang="en-US" sz="2400" spc="-1" strike="noStrike">
                        <a:solidFill>
                          <a:srgbClr val="000000"/>
                        </a:solidFill>
                        <a:latin typeface="Arial"/>
                      </a:endParaRPr>
                    </a:p>
                  </a:txBody>
                  <a:tcPr anchor="t" marL="7560" marR="7560">
                    <a:lnL w="12240">
                      <a:noFill/>
                      <a:prstDash val="solid"/>
                    </a:lnL>
                    <a:lnR w="12240">
                      <a:solidFill>
                        <a:srgbClr val="5b9bd5"/>
                      </a:solidFill>
                      <a:prstDash val="solid"/>
                    </a:lnR>
                    <a:lnT w="12240">
                      <a:solidFill>
                        <a:srgbClr val="5b9bd5"/>
                      </a:solidFill>
                      <a:prstDash val="solid"/>
                    </a:lnT>
                    <a:lnB w="12240">
                      <a:solidFill>
                        <a:srgbClr val="5b9bd5"/>
                      </a:solidFill>
                      <a:prstDash val="solid"/>
                    </a:lnB>
                    <a:solidFill>
                      <a:schemeClr val="lt1"/>
                    </a:solidFill>
                  </a:tcPr>
                </a:tc>
              </a:tr>
              <a:tr h="446400">
                <a:tc>
                  <a:txBody>
                    <a:bodyPr lIns="7560" rIns="7560" anchor="t">
                      <a:noAutofit/>
                    </a:bodyPr>
                    <a:p>
                      <a:pPr algn="ctr" defTabSz="914400">
                        <a:lnSpc>
                          <a:spcPct val="100000"/>
                        </a:lnSpc>
                      </a:pPr>
                      <a:r>
                        <a:rPr b="0" lang="en-US" sz="2400" spc="-1" strike="noStrike">
                          <a:solidFill>
                            <a:schemeClr val="dk1"/>
                          </a:solidFill>
                          <a:latin typeface="Calibri"/>
                        </a:rPr>
                        <a:t>dict</a:t>
                      </a:r>
                      <a:endParaRPr b="0" lang="en-US" sz="2400" spc="-1" strike="noStrike">
                        <a:solidFill>
                          <a:srgbClr val="000000"/>
                        </a:solidFill>
                        <a:latin typeface="Arial"/>
                      </a:endParaRPr>
                    </a:p>
                  </a:txBody>
                  <a:tcPr anchor="t" marL="7560" marR="7560">
                    <a:lnL w="12240">
                      <a:solidFill>
                        <a:srgbClr val="5b9bd5"/>
                      </a:solidFill>
                      <a:prstDash val="solid"/>
                    </a:lnL>
                    <a:lnR w="12240">
                      <a:noFill/>
                      <a:prstDash val="solid"/>
                    </a:lnR>
                    <a:lnT w="12240">
                      <a:solidFill>
                        <a:srgbClr val="5b9bd5"/>
                      </a:solidFill>
                      <a:prstDash val="solid"/>
                    </a:lnT>
                    <a:lnB w="12240">
                      <a:solidFill>
                        <a:srgbClr val="5b9bd5"/>
                      </a:solidFill>
                      <a:prstDash val="solid"/>
                    </a:lnB>
                    <a:solidFill>
                      <a:schemeClr val="lt1"/>
                    </a:solidFill>
                  </a:tcPr>
                </a:tc>
                <a:tc>
                  <a:txBody>
                    <a:bodyPr lIns="7560" rIns="7560" anchor="t">
                      <a:noAutofit/>
                    </a:bodyPr>
                    <a:p>
                      <a:pPr defTabSz="914400">
                        <a:lnSpc>
                          <a:spcPct val="100000"/>
                        </a:lnSpc>
                      </a:pPr>
                      <a:r>
                        <a:rPr b="0" lang="en-US" sz="2400" spc="-1" strike="noStrike">
                          <a:solidFill>
                            <a:schemeClr val="dk1"/>
                          </a:solidFill>
                          <a:latin typeface="Calibri"/>
                        </a:rPr>
                        <a:t>Dictionary (Associative mapping)</a:t>
                      </a:r>
                      <a:endParaRPr b="0" lang="en-US" sz="2400" spc="-1" strike="noStrike">
                        <a:solidFill>
                          <a:srgbClr val="000000"/>
                        </a:solidFill>
                        <a:latin typeface="Arial"/>
                      </a:endParaRPr>
                    </a:p>
                  </a:txBody>
                  <a:tcPr anchor="t" marL="7560" marR="7560">
                    <a:lnL w="12240">
                      <a:noFill/>
                      <a:prstDash val="solid"/>
                    </a:lnL>
                    <a:lnR w="12240">
                      <a:solidFill>
                        <a:srgbClr val="5b9bd5"/>
                      </a:solidFill>
                      <a:prstDash val="solid"/>
                    </a:lnR>
                    <a:lnT w="12240">
                      <a:solidFill>
                        <a:srgbClr val="5b9bd5"/>
                      </a:solidFill>
                      <a:prstDash val="solid"/>
                    </a:lnT>
                    <a:lnB w="12240">
                      <a:solidFill>
                        <a:srgbClr val="5b9bd5"/>
                      </a:solidFill>
                      <a:prstDash val="solid"/>
                    </a:lnB>
                    <a:solidFill>
                      <a:schemeClr val="lt1"/>
                    </a:solidFill>
                  </a:tcPr>
                </a:tc>
              </a:tr>
            </a:tbl>
          </a:graphicData>
        </a:graphic>
      </p:graphicFrame>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PlaceHolder 1"/>
          <p:cNvSpPr>
            <a:spLocks noGrp="1"/>
          </p:cNvSpPr>
          <p:nvPr>
            <p:ph type="title"/>
          </p:nvPr>
        </p:nvSpPr>
        <p:spPr>
          <a:xfrm>
            <a:off x="838080" y="365040"/>
            <a:ext cx="10512360" cy="6408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Operators</a:t>
            </a:r>
            <a:endParaRPr b="0" lang="en-US" sz="4400" spc="-1" strike="noStrike">
              <a:solidFill>
                <a:srgbClr val="000000"/>
              </a:solidFill>
              <a:latin typeface="Arial"/>
            </a:endParaRPr>
          </a:p>
        </p:txBody>
      </p:sp>
      <p:pic>
        <p:nvPicPr>
          <p:cNvPr id="168" name="Content Placeholder 4" descr=""/>
          <p:cNvPicPr/>
          <p:nvPr/>
        </p:nvPicPr>
        <p:blipFill>
          <a:blip r:embed="rId1"/>
          <a:stretch/>
        </p:blipFill>
        <p:spPr>
          <a:xfrm>
            <a:off x="2898360" y="1009080"/>
            <a:ext cx="6872400" cy="5571720"/>
          </a:xfrm>
          <a:prstGeom prst="rect">
            <a:avLst/>
          </a:prstGeom>
          <a:ln w="0">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PlaceHolder 1"/>
          <p:cNvSpPr>
            <a:spLocks noGrp="1"/>
          </p:cNvSpPr>
          <p:nvPr>
            <p:ph type="title"/>
          </p:nvPr>
        </p:nvSpPr>
        <p:spPr>
          <a:xfrm>
            <a:off x="838080" y="365040"/>
            <a:ext cx="10512360" cy="6408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Control Flow</a:t>
            </a:r>
            <a:endParaRPr b="0" lang="en-US" sz="4400" spc="-1" strike="noStrike">
              <a:solidFill>
                <a:srgbClr val="000000"/>
              </a:solidFill>
              <a:latin typeface="Arial"/>
            </a:endParaRPr>
          </a:p>
        </p:txBody>
      </p:sp>
      <p:sp>
        <p:nvSpPr>
          <p:cNvPr id="170" name="PlaceHolder 2"/>
          <p:cNvSpPr>
            <a:spLocks noGrp="1"/>
          </p:cNvSpPr>
          <p:nvPr>
            <p:ph/>
          </p:nvPr>
        </p:nvSpPr>
        <p:spPr>
          <a:xfrm>
            <a:off x="3601800" y="1361160"/>
            <a:ext cx="5254560" cy="470124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en-US" sz="2800" spc="-1" strike="noStrike">
                <a:solidFill>
                  <a:srgbClr val="c586c0"/>
                </a:solidFill>
                <a:latin typeface="Consolas"/>
              </a:rPr>
              <a:t>if</a:t>
            </a:r>
            <a:r>
              <a:rPr b="0" lang="en-US" sz="2800" spc="-1" strike="noStrike">
                <a:solidFill>
                  <a:srgbClr val="cccccc"/>
                </a:solidFill>
                <a:latin typeface="Consolas"/>
              </a:rPr>
              <a:t> first condition:</a:t>
            </a:r>
            <a:endParaRPr b="0" lang="en-US" sz="2800" spc="-1" strike="noStrike">
              <a:solidFill>
                <a:srgbClr val="000000"/>
              </a:solidFill>
              <a:latin typeface="Arial"/>
            </a:endParaRPr>
          </a:p>
          <a:p>
            <a:pPr indent="0" defTabSz="914400">
              <a:lnSpc>
                <a:spcPct val="90000"/>
              </a:lnSpc>
              <a:spcBef>
                <a:spcPts val="1001"/>
              </a:spcBef>
              <a:buNone/>
              <a:tabLst>
                <a:tab algn="l" pos="0"/>
              </a:tabLst>
            </a:pPr>
            <a:r>
              <a:rPr b="0" lang="en-US" sz="2800" spc="-1" strike="noStrike">
                <a:solidFill>
                  <a:srgbClr val="cccccc"/>
                </a:solidFill>
                <a:latin typeface="Consolas"/>
              </a:rPr>
              <a:t>    </a:t>
            </a:r>
            <a:r>
              <a:rPr b="0" lang="en-US" sz="2800" spc="-1" strike="noStrike">
                <a:solidFill>
                  <a:srgbClr val="cccccc"/>
                </a:solidFill>
                <a:latin typeface="Consolas"/>
              </a:rPr>
              <a:t>first body</a:t>
            </a:r>
            <a:endParaRPr b="0" lang="en-US" sz="2800" spc="-1" strike="noStrike">
              <a:solidFill>
                <a:srgbClr val="000000"/>
              </a:solidFill>
              <a:latin typeface="Arial"/>
            </a:endParaRPr>
          </a:p>
          <a:p>
            <a:pPr indent="0" defTabSz="914400">
              <a:lnSpc>
                <a:spcPct val="90000"/>
              </a:lnSpc>
              <a:spcBef>
                <a:spcPts val="1001"/>
              </a:spcBef>
              <a:buNone/>
              <a:tabLst>
                <a:tab algn="l" pos="0"/>
              </a:tabLst>
            </a:pPr>
            <a:r>
              <a:rPr b="0" lang="en-US" sz="2800" spc="-1" strike="noStrike">
                <a:solidFill>
                  <a:srgbClr val="c586c0"/>
                </a:solidFill>
                <a:latin typeface="Consolas"/>
              </a:rPr>
              <a:t>elif</a:t>
            </a:r>
            <a:r>
              <a:rPr b="0" lang="en-US" sz="2800" spc="-1" strike="noStrike">
                <a:solidFill>
                  <a:srgbClr val="cccccc"/>
                </a:solidFill>
                <a:latin typeface="Consolas"/>
              </a:rPr>
              <a:t> second condition:</a:t>
            </a:r>
            <a:endParaRPr b="0" lang="en-US" sz="2800" spc="-1" strike="noStrike">
              <a:solidFill>
                <a:srgbClr val="000000"/>
              </a:solidFill>
              <a:latin typeface="Arial"/>
            </a:endParaRPr>
          </a:p>
          <a:p>
            <a:pPr indent="0" defTabSz="914400">
              <a:lnSpc>
                <a:spcPct val="90000"/>
              </a:lnSpc>
              <a:spcBef>
                <a:spcPts val="1001"/>
              </a:spcBef>
              <a:buNone/>
              <a:tabLst>
                <a:tab algn="l" pos="0"/>
              </a:tabLst>
            </a:pPr>
            <a:r>
              <a:rPr b="0" lang="en-US" sz="2800" spc="-1" strike="noStrike">
                <a:solidFill>
                  <a:srgbClr val="cccccc"/>
                </a:solidFill>
                <a:latin typeface="Consolas"/>
              </a:rPr>
              <a:t>    </a:t>
            </a:r>
            <a:r>
              <a:rPr b="0" lang="en-US" sz="2800" spc="-1" strike="noStrike">
                <a:solidFill>
                  <a:srgbClr val="cccccc"/>
                </a:solidFill>
                <a:latin typeface="Consolas"/>
              </a:rPr>
              <a:t>second body</a:t>
            </a:r>
            <a:endParaRPr b="0" lang="en-US" sz="2800" spc="-1" strike="noStrike">
              <a:solidFill>
                <a:srgbClr val="000000"/>
              </a:solidFill>
              <a:latin typeface="Arial"/>
            </a:endParaRPr>
          </a:p>
          <a:p>
            <a:pPr indent="0" defTabSz="914400">
              <a:lnSpc>
                <a:spcPct val="90000"/>
              </a:lnSpc>
              <a:spcBef>
                <a:spcPts val="1001"/>
              </a:spcBef>
              <a:buNone/>
              <a:tabLst>
                <a:tab algn="l" pos="0"/>
              </a:tabLst>
            </a:pPr>
            <a:r>
              <a:rPr b="0" lang="en-US" sz="2800" spc="-1" strike="noStrike">
                <a:solidFill>
                  <a:srgbClr val="c586c0"/>
                </a:solidFill>
                <a:latin typeface="Consolas"/>
              </a:rPr>
              <a:t>elif</a:t>
            </a:r>
            <a:r>
              <a:rPr b="0" lang="en-US" sz="2800" spc="-1" strike="noStrike">
                <a:solidFill>
                  <a:srgbClr val="cccccc"/>
                </a:solidFill>
                <a:latin typeface="Consolas"/>
              </a:rPr>
              <a:t> third condition:</a:t>
            </a:r>
            <a:endParaRPr b="0" lang="en-US" sz="2800" spc="-1" strike="noStrike">
              <a:solidFill>
                <a:srgbClr val="000000"/>
              </a:solidFill>
              <a:latin typeface="Arial"/>
            </a:endParaRPr>
          </a:p>
          <a:p>
            <a:pPr indent="0" defTabSz="914400">
              <a:lnSpc>
                <a:spcPct val="90000"/>
              </a:lnSpc>
              <a:spcBef>
                <a:spcPts val="1001"/>
              </a:spcBef>
              <a:buNone/>
              <a:tabLst>
                <a:tab algn="l" pos="0"/>
              </a:tabLst>
            </a:pPr>
            <a:r>
              <a:rPr b="0" lang="en-US" sz="2800" spc="-1" strike="noStrike">
                <a:solidFill>
                  <a:srgbClr val="cccccc"/>
                </a:solidFill>
                <a:latin typeface="Consolas"/>
              </a:rPr>
              <a:t>    </a:t>
            </a:r>
            <a:r>
              <a:rPr b="0" lang="en-US" sz="2800" spc="-1" strike="noStrike">
                <a:solidFill>
                  <a:srgbClr val="cccccc"/>
                </a:solidFill>
                <a:latin typeface="Consolas"/>
              </a:rPr>
              <a:t>third body</a:t>
            </a:r>
            <a:endParaRPr b="0" lang="en-US" sz="2800" spc="-1" strike="noStrike">
              <a:solidFill>
                <a:srgbClr val="000000"/>
              </a:solidFill>
              <a:latin typeface="Arial"/>
            </a:endParaRPr>
          </a:p>
          <a:p>
            <a:pPr indent="0" defTabSz="914400">
              <a:lnSpc>
                <a:spcPct val="90000"/>
              </a:lnSpc>
              <a:spcBef>
                <a:spcPts val="1001"/>
              </a:spcBef>
              <a:buNone/>
              <a:tabLst>
                <a:tab algn="l" pos="0"/>
              </a:tabLst>
            </a:pPr>
            <a:r>
              <a:rPr b="0" lang="en-US" sz="2800" spc="-1" strike="noStrike">
                <a:solidFill>
                  <a:srgbClr val="c586c0"/>
                </a:solidFill>
                <a:latin typeface="Consolas"/>
              </a:rPr>
              <a:t>else</a:t>
            </a:r>
            <a:r>
              <a:rPr b="0" lang="en-US" sz="2800" spc="-1" strike="noStrike">
                <a:solidFill>
                  <a:srgbClr val="cccccc"/>
                </a:solidFill>
                <a:latin typeface="Consolas"/>
              </a:rPr>
              <a:t>:</a:t>
            </a:r>
            <a:endParaRPr b="0" lang="en-US" sz="2800" spc="-1" strike="noStrike">
              <a:solidFill>
                <a:srgbClr val="000000"/>
              </a:solidFill>
              <a:latin typeface="Arial"/>
            </a:endParaRPr>
          </a:p>
          <a:p>
            <a:pPr indent="0" defTabSz="914400">
              <a:lnSpc>
                <a:spcPct val="90000"/>
              </a:lnSpc>
              <a:spcBef>
                <a:spcPts val="1001"/>
              </a:spcBef>
              <a:buNone/>
              <a:tabLst>
                <a:tab algn="l" pos="0"/>
              </a:tabLst>
            </a:pPr>
            <a:r>
              <a:rPr b="0" lang="en-US" sz="2800" spc="-1" strike="noStrike">
                <a:solidFill>
                  <a:srgbClr val="cccccc"/>
                </a:solidFill>
                <a:latin typeface="Consolas"/>
              </a:rPr>
              <a:t>    </a:t>
            </a:r>
            <a:r>
              <a:rPr b="0" lang="en-US" sz="2800" spc="-1" strike="noStrike">
                <a:solidFill>
                  <a:srgbClr val="cccccc"/>
                </a:solidFill>
                <a:latin typeface="Consolas"/>
              </a:rPr>
              <a:t>fourth body</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PlaceHolder 1"/>
          <p:cNvSpPr>
            <a:spLocks noGrp="1"/>
          </p:cNvSpPr>
          <p:nvPr>
            <p:ph type="title"/>
          </p:nvPr>
        </p:nvSpPr>
        <p:spPr>
          <a:xfrm>
            <a:off x="838080" y="365040"/>
            <a:ext cx="10512360" cy="6408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Loops</a:t>
            </a:r>
            <a:endParaRPr b="0" lang="en-US" sz="4400" spc="-1" strike="noStrike">
              <a:solidFill>
                <a:srgbClr val="000000"/>
              </a:solidFill>
              <a:latin typeface="Arial"/>
            </a:endParaRPr>
          </a:p>
        </p:txBody>
      </p:sp>
      <p:sp>
        <p:nvSpPr>
          <p:cNvPr id="172" name="Content Placeholder 2"/>
          <p:cNvSpPr/>
          <p:nvPr/>
        </p:nvSpPr>
        <p:spPr>
          <a:xfrm>
            <a:off x="3601800" y="1361160"/>
            <a:ext cx="5254560" cy="4701240"/>
          </a:xfrm>
          <a:prstGeom prst="rect">
            <a:avLst/>
          </a:prstGeom>
          <a:noFill/>
          <a:ln w="0">
            <a:noFill/>
          </a:ln>
        </p:spPr>
        <p:style>
          <a:lnRef idx="0"/>
          <a:fillRef idx="0"/>
          <a:effectRef idx="0"/>
          <a:fontRef idx="minor"/>
        </p:style>
        <p:txBody>
          <a:bodyPr lIns="90000" rIns="90000" tIns="45000" bIns="45000" anchor="t">
            <a:normAutofit/>
          </a:bodyPr>
          <a:p>
            <a:pPr defTabSz="914400">
              <a:lnSpc>
                <a:spcPct val="90000"/>
              </a:lnSpc>
              <a:spcBef>
                <a:spcPts val="1001"/>
              </a:spcBef>
              <a:tabLst>
                <a:tab algn="l" pos="0"/>
              </a:tabLst>
            </a:pPr>
            <a:r>
              <a:rPr b="0" lang="en-US" sz="2800" spc="-1" strike="noStrike">
                <a:solidFill>
                  <a:srgbClr val="c586c0"/>
                </a:solidFill>
                <a:latin typeface="Consolas"/>
              </a:rPr>
              <a:t>while</a:t>
            </a:r>
            <a:r>
              <a:rPr b="0" lang="en-US" sz="2800" spc="-1" strike="noStrike">
                <a:solidFill>
                  <a:srgbClr val="cccccc"/>
                </a:solidFill>
                <a:latin typeface="Consolas"/>
              </a:rPr>
              <a:t> condition:</a:t>
            </a:r>
            <a:endParaRPr b="0" lang="en-US" sz="2800" spc="-1" strike="noStrike">
              <a:solidFill>
                <a:srgbClr val="000000"/>
              </a:solidFill>
              <a:latin typeface="Arial"/>
            </a:endParaRPr>
          </a:p>
          <a:p>
            <a:pPr defTabSz="914400">
              <a:lnSpc>
                <a:spcPct val="90000"/>
              </a:lnSpc>
              <a:spcBef>
                <a:spcPts val="1001"/>
              </a:spcBef>
              <a:tabLst>
                <a:tab algn="l" pos="0"/>
              </a:tabLst>
            </a:pPr>
            <a:r>
              <a:rPr b="0" lang="en-US" sz="2800" spc="-1" strike="noStrike">
                <a:solidFill>
                  <a:srgbClr val="cccccc"/>
                </a:solidFill>
                <a:latin typeface="Consolas"/>
              </a:rPr>
              <a:t>    </a:t>
            </a:r>
            <a:r>
              <a:rPr b="0" lang="en-US" sz="2800" spc="-1" strike="noStrike">
                <a:solidFill>
                  <a:srgbClr val="cccccc"/>
                </a:solidFill>
                <a:latin typeface="Consolas"/>
              </a:rPr>
              <a:t>body</a:t>
            </a:r>
            <a:endParaRPr b="0" lang="en-US" sz="2800" spc="-1" strike="noStrike">
              <a:solidFill>
                <a:srgbClr val="000000"/>
              </a:solidFill>
              <a:latin typeface="Arial"/>
            </a:endParaRPr>
          </a:p>
          <a:p>
            <a:pPr defTabSz="914400">
              <a:lnSpc>
                <a:spcPct val="90000"/>
              </a:lnSpc>
              <a:spcBef>
                <a:spcPts val="1001"/>
              </a:spcBef>
              <a:tabLst>
                <a:tab algn="l" pos="0"/>
              </a:tabLst>
            </a:pPr>
            <a:endParaRPr b="0" lang="en-US" sz="2800" spc="-1" strike="noStrike">
              <a:solidFill>
                <a:srgbClr val="000000"/>
              </a:solidFill>
              <a:latin typeface="Arial"/>
            </a:endParaRPr>
          </a:p>
          <a:p>
            <a:pPr defTabSz="914400">
              <a:lnSpc>
                <a:spcPct val="90000"/>
              </a:lnSpc>
              <a:spcBef>
                <a:spcPts val="1001"/>
              </a:spcBef>
              <a:tabLst>
                <a:tab algn="l" pos="0"/>
              </a:tabLst>
            </a:pPr>
            <a:endParaRPr b="0" lang="en-US" sz="2800" spc="-1" strike="noStrike">
              <a:solidFill>
                <a:srgbClr val="000000"/>
              </a:solidFill>
              <a:latin typeface="Arial"/>
            </a:endParaRPr>
          </a:p>
          <a:p>
            <a:pPr defTabSz="914400">
              <a:lnSpc>
                <a:spcPct val="90000"/>
              </a:lnSpc>
              <a:spcBef>
                <a:spcPts val="1001"/>
              </a:spcBef>
              <a:tabLst>
                <a:tab algn="l" pos="0"/>
              </a:tabLst>
            </a:pPr>
            <a:r>
              <a:rPr b="0" lang="en-US" sz="2800" spc="-1" strike="noStrike">
                <a:solidFill>
                  <a:srgbClr val="c586c0"/>
                </a:solidFill>
                <a:latin typeface="Consolas"/>
              </a:rPr>
              <a:t>for</a:t>
            </a:r>
            <a:r>
              <a:rPr b="0" lang="en-US" sz="2800" spc="-1" strike="noStrike">
                <a:solidFill>
                  <a:srgbClr val="cccccc"/>
                </a:solidFill>
                <a:latin typeface="Consolas"/>
              </a:rPr>
              <a:t> element in iterable:</a:t>
            </a:r>
            <a:endParaRPr b="0" lang="en-US" sz="2800" spc="-1" strike="noStrike">
              <a:solidFill>
                <a:srgbClr val="000000"/>
              </a:solidFill>
              <a:latin typeface="Arial"/>
            </a:endParaRPr>
          </a:p>
          <a:p>
            <a:pPr defTabSz="914400">
              <a:lnSpc>
                <a:spcPct val="90000"/>
              </a:lnSpc>
              <a:spcBef>
                <a:spcPts val="1001"/>
              </a:spcBef>
              <a:tabLst>
                <a:tab algn="l" pos="0"/>
              </a:tabLst>
            </a:pPr>
            <a:r>
              <a:rPr b="0" lang="en-US" sz="2800" spc="-1" strike="noStrike">
                <a:solidFill>
                  <a:srgbClr val="cccccc"/>
                </a:solidFill>
                <a:latin typeface="Consolas"/>
              </a:rPr>
              <a:t>    </a:t>
            </a:r>
            <a:r>
              <a:rPr b="0" lang="en-US" sz="2800" spc="-1" strike="noStrike">
                <a:solidFill>
                  <a:srgbClr val="cccccc"/>
                </a:solidFill>
                <a:latin typeface="Consolas"/>
              </a:rPr>
              <a:t>body</a:t>
            </a:r>
            <a:endParaRPr b="0" lang="en-US" sz="2800" spc="-1" strike="noStrike">
              <a:solidFill>
                <a:srgbClr val="000000"/>
              </a:solidFill>
              <a:latin typeface="Arial"/>
            </a:endParaRPr>
          </a:p>
          <a:p>
            <a:pPr defTabSz="914400">
              <a:lnSpc>
                <a:spcPct val="90000"/>
              </a:lnSpc>
              <a:spcBef>
                <a:spcPts val="1001"/>
              </a:spcBef>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PlaceHolder 1"/>
          <p:cNvSpPr>
            <a:spLocks noGrp="1"/>
          </p:cNvSpPr>
          <p:nvPr>
            <p:ph type="title"/>
          </p:nvPr>
        </p:nvSpPr>
        <p:spPr>
          <a:xfrm>
            <a:off x="838080" y="365040"/>
            <a:ext cx="10512360" cy="6408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Functions</a:t>
            </a:r>
            <a:endParaRPr b="0" lang="en-US" sz="4400" spc="-1" strike="noStrike">
              <a:solidFill>
                <a:srgbClr val="000000"/>
              </a:solidFill>
              <a:latin typeface="Arial"/>
            </a:endParaRPr>
          </a:p>
        </p:txBody>
      </p:sp>
      <p:sp>
        <p:nvSpPr>
          <p:cNvPr id="174" name="TextBox 4"/>
          <p:cNvSpPr/>
          <p:nvPr/>
        </p:nvSpPr>
        <p:spPr>
          <a:xfrm>
            <a:off x="1854360" y="1815840"/>
            <a:ext cx="8668440" cy="35053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2800" spc="-1" strike="noStrike">
                <a:solidFill>
                  <a:srgbClr val="569cd6"/>
                </a:solidFill>
                <a:latin typeface="Consolas"/>
              </a:rPr>
              <a:t>def</a:t>
            </a:r>
            <a:r>
              <a:rPr b="0" lang="en-US" sz="2800" spc="-1" strike="noStrike">
                <a:solidFill>
                  <a:srgbClr val="cccccc"/>
                </a:solidFill>
                <a:latin typeface="Consolas"/>
              </a:rPr>
              <a:t> </a:t>
            </a:r>
            <a:r>
              <a:rPr b="0" lang="en-US" sz="2800" spc="-1" strike="noStrike">
                <a:solidFill>
                  <a:srgbClr val="dcdcaa"/>
                </a:solidFill>
                <a:latin typeface="Consolas"/>
              </a:rPr>
              <a:t>count</a:t>
            </a:r>
            <a:r>
              <a:rPr b="0" lang="en-US" sz="2800" spc="-1" strike="noStrike">
                <a:solidFill>
                  <a:srgbClr val="cccccc"/>
                </a:solidFill>
                <a:latin typeface="Consolas"/>
              </a:rPr>
              <a:t>(</a:t>
            </a:r>
            <a:r>
              <a:rPr b="0" lang="en-US" sz="2800" spc="-1" strike="noStrike">
                <a:solidFill>
                  <a:srgbClr val="9cdcfe"/>
                </a:solidFill>
                <a:latin typeface="Consolas"/>
              </a:rPr>
              <a:t>data</a:t>
            </a:r>
            <a:r>
              <a:rPr b="0" lang="en-US" sz="2800" spc="-1" strike="noStrike">
                <a:solidFill>
                  <a:srgbClr val="cccccc"/>
                </a:solidFill>
                <a:latin typeface="Consolas"/>
              </a:rPr>
              <a:t>, </a:t>
            </a:r>
            <a:r>
              <a:rPr b="0" lang="en-US" sz="2800" spc="-1" strike="noStrike">
                <a:solidFill>
                  <a:srgbClr val="9cdcfe"/>
                </a:solidFill>
                <a:latin typeface="Consolas"/>
              </a:rPr>
              <a:t>target</a:t>
            </a:r>
            <a:r>
              <a:rPr b="0" lang="en-US" sz="2800" spc="-1" strike="noStrike">
                <a:solidFill>
                  <a:srgbClr val="cccccc"/>
                </a:solidFill>
                <a:latin typeface="Consolas"/>
              </a:rPr>
              <a:t>):</a:t>
            </a:r>
            <a:endParaRPr b="0" lang="en-US" sz="2800" spc="-1" strike="noStrike">
              <a:solidFill>
                <a:srgbClr val="000000"/>
              </a:solidFill>
              <a:latin typeface="Arial"/>
            </a:endParaRPr>
          </a:p>
          <a:p>
            <a:pPr defTabSz="457200">
              <a:lnSpc>
                <a:spcPct val="100000"/>
              </a:lnSpc>
            </a:pPr>
            <a:r>
              <a:rPr b="0" lang="en-US" sz="2800" spc="-1" strike="noStrike">
                <a:solidFill>
                  <a:srgbClr val="cccccc"/>
                </a:solidFill>
                <a:latin typeface="Consolas"/>
              </a:rPr>
              <a:t>    </a:t>
            </a:r>
            <a:r>
              <a:rPr b="0" lang="en-US" sz="2800" spc="-1" strike="noStrike">
                <a:solidFill>
                  <a:srgbClr val="9cdcfe"/>
                </a:solidFill>
                <a:latin typeface="Consolas"/>
              </a:rPr>
              <a:t>n</a:t>
            </a:r>
            <a:r>
              <a:rPr b="0" lang="en-US" sz="2800" spc="-1" strike="noStrike">
                <a:solidFill>
                  <a:srgbClr val="d4d4d4"/>
                </a:solidFill>
                <a:latin typeface="Consolas"/>
              </a:rPr>
              <a:t>=</a:t>
            </a:r>
            <a:r>
              <a:rPr b="0" lang="en-US" sz="2800" spc="-1" strike="noStrike">
                <a:solidFill>
                  <a:srgbClr val="b5cea8"/>
                </a:solidFill>
                <a:latin typeface="Consolas"/>
              </a:rPr>
              <a:t>0</a:t>
            </a:r>
            <a:endParaRPr b="0" lang="en-US" sz="2800" spc="-1" strike="noStrike">
              <a:solidFill>
                <a:srgbClr val="000000"/>
              </a:solidFill>
              <a:latin typeface="Arial"/>
            </a:endParaRPr>
          </a:p>
          <a:p>
            <a:pPr defTabSz="457200">
              <a:lnSpc>
                <a:spcPct val="100000"/>
              </a:lnSpc>
            </a:pPr>
            <a:r>
              <a:rPr b="0" lang="en-US" sz="2800" spc="-1" strike="noStrike">
                <a:solidFill>
                  <a:srgbClr val="cccccc"/>
                </a:solidFill>
                <a:latin typeface="Consolas"/>
              </a:rPr>
              <a:t>    </a:t>
            </a:r>
            <a:r>
              <a:rPr b="0" lang="en-US" sz="2800" spc="-1" strike="noStrike">
                <a:solidFill>
                  <a:srgbClr val="c586c0"/>
                </a:solidFill>
                <a:latin typeface="Consolas"/>
              </a:rPr>
              <a:t>for</a:t>
            </a:r>
            <a:r>
              <a:rPr b="0" lang="en-US" sz="2800" spc="-1" strike="noStrike">
                <a:solidFill>
                  <a:srgbClr val="cccccc"/>
                </a:solidFill>
                <a:latin typeface="Consolas"/>
              </a:rPr>
              <a:t> </a:t>
            </a:r>
            <a:r>
              <a:rPr b="0" lang="en-US" sz="2800" spc="-1" strike="noStrike">
                <a:solidFill>
                  <a:srgbClr val="9cdcfe"/>
                </a:solidFill>
                <a:latin typeface="Consolas"/>
              </a:rPr>
              <a:t>item</a:t>
            </a:r>
            <a:r>
              <a:rPr b="0" lang="en-US" sz="2800" spc="-1" strike="noStrike">
                <a:solidFill>
                  <a:srgbClr val="cccccc"/>
                </a:solidFill>
                <a:latin typeface="Consolas"/>
              </a:rPr>
              <a:t> </a:t>
            </a:r>
            <a:r>
              <a:rPr b="0" lang="en-US" sz="2800" spc="-1" strike="noStrike">
                <a:solidFill>
                  <a:srgbClr val="c586c0"/>
                </a:solidFill>
                <a:latin typeface="Consolas"/>
              </a:rPr>
              <a:t>in</a:t>
            </a:r>
            <a:r>
              <a:rPr b="0" lang="en-US" sz="2800" spc="-1" strike="noStrike">
                <a:solidFill>
                  <a:srgbClr val="cccccc"/>
                </a:solidFill>
                <a:latin typeface="Consolas"/>
              </a:rPr>
              <a:t> </a:t>
            </a:r>
            <a:r>
              <a:rPr b="0" lang="en-US" sz="2800" spc="-1" strike="noStrike">
                <a:solidFill>
                  <a:srgbClr val="9cdcfe"/>
                </a:solidFill>
                <a:latin typeface="Consolas"/>
              </a:rPr>
              <a:t>data</a:t>
            </a:r>
            <a:r>
              <a:rPr b="0" lang="en-US" sz="2800" spc="-1" strike="noStrike">
                <a:solidFill>
                  <a:srgbClr val="cccccc"/>
                </a:solidFill>
                <a:latin typeface="Consolas"/>
              </a:rPr>
              <a:t>:</a:t>
            </a:r>
            <a:endParaRPr b="0" lang="en-US" sz="2800" spc="-1" strike="noStrike">
              <a:solidFill>
                <a:srgbClr val="000000"/>
              </a:solidFill>
              <a:latin typeface="Arial"/>
            </a:endParaRPr>
          </a:p>
          <a:p>
            <a:pPr defTabSz="457200">
              <a:lnSpc>
                <a:spcPct val="100000"/>
              </a:lnSpc>
            </a:pPr>
            <a:r>
              <a:rPr b="0" lang="en-US" sz="2800" spc="-1" strike="noStrike">
                <a:solidFill>
                  <a:srgbClr val="cccccc"/>
                </a:solidFill>
                <a:latin typeface="Consolas"/>
              </a:rPr>
              <a:t>        </a:t>
            </a:r>
            <a:r>
              <a:rPr b="0" lang="en-US" sz="2800" spc="-1" strike="noStrike">
                <a:solidFill>
                  <a:srgbClr val="c586c0"/>
                </a:solidFill>
                <a:latin typeface="Consolas"/>
              </a:rPr>
              <a:t>if</a:t>
            </a:r>
            <a:r>
              <a:rPr b="0" lang="en-US" sz="2800" spc="-1" strike="noStrike">
                <a:solidFill>
                  <a:srgbClr val="cccccc"/>
                </a:solidFill>
                <a:latin typeface="Consolas"/>
              </a:rPr>
              <a:t> </a:t>
            </a:r>
            <a:r>
              <a:rPr b="0" lang="en-US" sz="2800" spc="-1" strike="noStrike">
                <a:solidFill>
                  <a:srgbClr val="9cdcfe"/>
                </a:solidFill>
                <a:latin typeface="Consolas"/>
              </a:rPr>
              <a:t>item</a:t>
            </a:r>
            <a:r>
              <a:rPr b="0" lang="en-US" sz="2800" spc="-1" strike="noStrike">
                <a:solidFill>
                  <a:srgbClr val="cccccc"/>
                </a:solidFill>
                <a:latin typeface="Consolas"/>
              </a:rPr>
              <a:t> </a:t>
            </a:r>
            <a:r>
              <a:rPr b="0" lang="en-US" sz="2800" spc="-1" strike="noStrike">
                <a:solidFill>
                  <a:srgbClr val="d4d4d4"/>
                </a:solidFill>
                <a:latin typeface="Consolas"/>
              </a:rPr>
              <a:t>==</a:t>
            </a:r>
            <a:r>
              <a:rPr b="0" lang="en-US" sz="2800" spc="-1" strike="noStrike">
                <a:solidFill>
                  <a:srgbClr val="cccccc"/>
                </a:solidFill>
                <a:latin typeface="Consolas"/>
              </a:rPr>
              <a:t> </a:t>
            </a:r>
            <a:r>
              <a:rPr b="0" lang="en-US" sz="2800" spc="-1" strike="noStrike">
                <a:solidFill>
                  <a:srgbClr val="9cdcfe"/>
                </a:solidFill>
                <a:latin typeface="Consolas"/>
              </a:rPr>
              <a:t>target</a:t>
            </a:r>
            <a:r>
              <a:rPr b="0" lang="en-US" sz="2800" spc="-1" strike="noStrike">
                <a:solidFill>
                  <a:srgbClr val="cccccc"/>
                </a:solidFill>
                <a:latin typeface="Consolas"/>
              </a:rPr>
              <a:t>: </a:t>
            </a:r>
            <a:r>
              <a:rPr b="0" lang="en-US" sz="2800" spc="-1" strike="noStrike">
                <a:solidFill>
                  <a:srgbClr val="6a9955"/>
                </a:solidFill>
                <a:latin typeface="Consolas"/>
              </a:rPr>
              <a:t># found a match</a:t>
            </a:r>
            <a:endParaRPr b="0" lang="en-US" sz="2800" spc="-1" strike="noStrike">
              <a:solidFill>
                <a:srgbClr val="000000"/>
              </a:solidFill>
              <a:latin typeface="Arial"/>
            </a:endParaRPr>
          </a:p>
          <a:p>
            <a:pPr defTabSz="457200">
              <a:lnSpc>
                <a:spcPct val="100000"/>
              </a:lnSpc>
            </a:pPr>
            <a:r>
              <a:rPr b="0" lang="en-US" sz="2800" spc="-1" strike="noStrike">
                <a:solidFill>
                  <a:srgbClr val="cccccc"/>
                </a:solidFill>
                <a:latin typeface="Consolas"/>
              </a:rPr>
              <a:t>            </a:t>
            </a:r>
            <a:r>
              <a:rPr b="0" lang="en-US" sz="2800" spc="-1" strike="noStrike">
                <a:solidFill>
                  <a:srgbClr val="9cdcfe"/>
                </a:solidFill>
                <a:latin typeface="Consolas"/>
              </a:rPr>
              <a:t>n</a:t>
            </a:r>
            <a:r>
              <a:rPr b="0" lang="en-US" sz="2800" spc="-1" strike="noStrike">
                <a:solidFill>
                  <a:srgbClr val="cccccc"/>
                </a:solidFill>
                <a:latin typeface="Consolas"/>
              </a:rPr>
              <a:t> </a:t>
            </a:r>
            <a:r>
              <a:rPr b="0" lang="en-US" sz="2800" spc="-1" strike="noStrike">
                <a:solidFill>
                  <a:srgbClr val="d4d4d4"/>
                </a:solidFill>
                <a:latin typeface="Consolas"/>
              </a:rPr>
              <a:t>+=</a:t>
            </a:r>
            <a:r>
              <a:rPr b="0" lang="en-US" sz="2800" spc="-1" strike="noStrike">
                <a:solidFill>
                  <a:srgbClr val="cccccc"/>
                </a:solidFill>
                <a:latin typeface="Consolas"/>
              </a:rPr>
              <a:t> </a:t>
            </a:r>
            <a:r>
              <a:rPr b="0" lang="en-US" sz="2800" spc="-1" strike="noStrike">
                <a:solidFill>
                  <a:srgbClr val="b5cea8"/>
                </a:solidFill>
                <a:latin typeface="Consolas"/>
              </a:rPr>
              <a:t>1</a:t>
            </a:r>
            <a:endParaRPr b="0" lang="en-US" sz="2800" spc="-1" strike="noStrike">
              <a:solidFill>
                <a:srgbClr val="000000"/>
              </a:solidFill>
              <a:latin typeface="Arial"/>
            </a:endParaRPr>
          </a:p>
          <a:p>
            <a:pPr defTabSz="457200">
              <a:lnSpc>
                <a:spcPct val="100000"/>
              </a:lnSpc>
            </a:pPr>
            <a:endParaRPr b="0" lang="en-US" sz="2800" spc="-1" strike="noStrike">
              <a:solidFill>
                <a:srgbClr val="000000"/>
              </a:solidFill>
              <a:latin typeface="Arial"/>
            </a:endParaRPr>
          </a:p>
          <a:p>
            <a:pPr defTabSz="457200">
              <a:lnSpc>
                <a:spcPct val="100000"/>
              </a:lnSpc>
            </a:pPr>
            <a:r>
              <a:rPr b="0" lang="en-US" sz="2800" spc="-1" strike="noStrike">
                <a:solidFill>
                  <a:srgbClr val="cccccc"/>
                </a:solidFill>
                <a:latin typeface="Consolas"/>
              </a:rPr>
              <a:t>    </a:t>
            </a:r>
            <a:r>
              <a:rPr b="0" lang="en-US" sz="2800" spc="-1" strike="noStrike">
                <a:solidFill>
                  <a:srgbClr val="c586c0"/>
                </a:solidFill>
                <a:latin typeface="Consolas"/>
              </a:rPr>
              <a:t>return</a:t>
            </a:r>
            <a:r>
              <a:rPr b="0" lang="en-US" sz="2800" spc="-1" strike="noStrike">
                <a:solidFill>
                  <a:srgbClr val="cccccc"/>
                </a:solidFill>
                <a:latin typeface="Consolas"/>
              </a:rPr>
              <a:t> </a:t>
            </a:r>
            <a:r>
              <a:rPr b="0" lang="en-US" sz="2800" spc="-1" strike="noStrike">
                <a:solidFill>
                  <a:srgbClr val="9cdcfe"/>
                </a:solidFill>
                <a:latin typeface="Consolas"/>
              </a:rPr>
              <a:t>n</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PlaceHolder 1"/>
          <p:cNvSpPr>
            <a:spLocks noGrp="1"/>
          </p:cNvSpPr>
          <p:nvPr>
            <p:ph type="title"/>
          </p:nvPr>
        </p:nvSpPr>
        <p:spPr>
          <a:xfrm>
            <a:off x="838080" y="365040"/>
            <a:ext cx="10512360" cy="6408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Built-in Functions</a:t>
            </a:r>
            <a:endParaRPr b="0" lang="en-US" sz="4400" spc="-1" strike="noStrike">
              <a:solidFill>
                <a:srgbClr val="000000"/>
              </a:solidFill>
              <a:latin typeface="Arial"/>
            </a:endParaRPr>
          </a:p>
        </p:txBody>
      </p:sp>
      <p:pic>
        <p:nvPicPr>
          <p:cNvPr id="176" name="Picture 6" descr=""/>
          <p:cNvPicPr/>
          <p:nvPr/>
        </p:nvPicPr>
        <p:blipFill>
          <a:blip r:embed="rId1"/>
          <a:stretch/>
        </p:blipFill>
        <p:spPr>
          <a:xfrm>
            <a:off x="4300920" y="147960"/>
            <a:ext cx="7890120" cy="853776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item1.xml><?xml version="1.0" encoding="utf-8"?>
<sisl xmlns:xsi="http://www.w3.org/2001/XMLSchema-instance" xmlns:xsd="http://www.w3.org/2001/XMLSchema" xmlns="http://www.boldonjames.com/2008/01/sie/internal/label" sislVersion="0" policy="753fb180-a0f1-47ee-bb6b-5956a4b631ac" origin="userSelected">
  <element uid="id_classification_nonbusiness" value=""/>
  <element uid="3a9ec6f0-1d56-47f3-b78c-2cd80822a847" value=""/>
</sisl>
</file>

<file path=customXml/itemProps1.xml><?xml version="1.0" encoding="utf-8"?>
<ds:datastoreItem xmlns:ds="http://schemas.openxmlformats.org/officeDocument/2006/customXml" ds:itemID="{7DC7D4D6-1A00-4D72-9A7D-7DA99936EC5F}">
  <ds:schemaRefs>
    <ds:schemaRef ds:uri="http://www.w3.org/2001/XMLSchema"/>
    <ds:schemaRef ds:uri="http://www.boldonjames.com/2008/01/sie/internal/label"/>
  </ds:schemaRefs>
</ds:datastoreItem>
</file>

<file path=docProps/app.xml><?xml version="1.0" encoding="utf-8"?>
<Properties xmlns="http://schemas.openxmlformats.org/officeDocument/2006/extended-properties" xmlns:vt="http://schemas.openxmlformats.org/officeDocument/2006/docPropsVTypes">
  <Template>Office Theme</Template>
  <TotalTime>19128</TotalTime>
  <Application>LibreOffice/24.2.7.2$Linux_X86_64 LibreOffice_project/420$Build-2</Application>
  <AppVersion>15.0000</AppVersion>
  <Words>449</Words>
  <Paragraphs>125</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2018-03-07T03:10:24Z</dcterms:created>
  <dc:creator>Kürşat İNCE</dc:creator>
  <dc:description/>
  <dc:language>en-US</dc:language>
  <cp:lastModifiedBy/>
  <cp:lastPrinted>2023-10-30T20:45:03Z</cp:lastPrinted>
  <dcterms:modified xsi:type="dcterms:W3CDTF">2025-09-13T14:47:41Z</dcterms:modified>
  <cp:revision>670</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12</vt:i4>
  </property>
  <property fmtid="{D5CDD505-2E9C-101B-9397-08002B2CF9AE}" pid="3" name="PresentationFormat">
    <vt:lpwstr>Widescreen</vt:lpwstr>
  </property>
  <property fmtid="{D5CDD505-2E9C-101B-9397-08002B2CF9AE}" pid="4" name="Slides">
    <vt:i4>12</vt:i4>
  </property>
  <property fmtid="{D5CDD505-2E9C-101B-9397-08002B2CF9AE}" pid="5" name="bjClsUserRVM">
    <vt:lpwstr>[]</vt:lpwstr>
  </property>
  <property fmtid="{D5CDD505-2E9C-101B-9397-08002B2CF9AE}" pid="6" name="bjDocumentLabelXML">
    <vt:lpwstr>&lt;?xml version="1.0" encoding="us-ascii"?&gt;&lt;sisl xmlns:xsi="http://www.w3.org/2001/XMLSchema-instance" xmlns:xsd="http://www.w3.org/2001/XMLSchema" sislVersion="0" policy="753fb180-a0f1-47ee-bb6b-5956a4b631ac" origin="userSelected" xmlns="http://www.boldonj</vt:lpwstr>
  </property>
  <property fmtid="{D5CDD505-2E9C-101B-9397-08002B2CF9AE}" pid="7" name="bjDocumentLabelXML-0">
    <vt:lpwstr>ames.com/2008/01/sie/internal/label"&gt;&lt;element uid="id_classification_nonbusiness" value="" /&gt;&lt;element uid="3a9ec6f0-1d56-47f3-b78c-2cd80822a847" value="" /&gt;&lt;/sisl&gt;</vt:lpwstr>
  </property>
  <property fmtid="{D5CDD505-2E9C-101B-9397-08002B2CF9AE}" pid="8" name="bjDocumentSecurityLabel">
    <vt:lpwstr>TASNİF DIŞI</vt:lpwstr>
  </property>
  <property fmtid="{D5CDD505-2E9C-101B-9397-08002B2CF9AE}" pid="9" name="bjSaver">
    <vt:lpwstr>f8PkN1uJXJwqI9alO3CYacUW7PVwbe+w</vt:lpwstr>
  </property>
  <property fmtid="{D5CDD505-2E9C-101B-9397-08002B2CF9AE}" pid="10" name="docIndexRef">
    <vt:lpwstr>729796e8-72fa-4072-8f4b-785f83ed30b4</vt:lpwstr>
  </property>
</Properties>
</file>