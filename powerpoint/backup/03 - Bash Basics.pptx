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_rels/item1.xml.rels" ContentType="application/vnd.openxmlformats-package.relationships+xml"/>
  <Override PartName="/customXml/item1.xml" ContentType="application/xml"/>
  <Override PartName="/customXml/itemProps1.xml" ContentType="application/vnd.openxmlformats-officedocument.customXmlProperties+xml"/>
  <Override PartName="/ppt/presentation.xml" ContentType="application/vnd.openxmlformats-officedocument.presentationml.presentation.main+xml"/>
  <Override PartName="/ppt/slideMasters/_rels/slideMaster12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1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_rels/presentation.xml.rels" ContentType="application/vnd.openxmlformats-package.relationships+xml"/>
  <Override PartName="/ppt/media/image13.png" ContentType="image/png"/>
  <Override PartName="/ppt/media/image4.png" ContentType="image/png"/>
  <Override PartName="/ppt/media/image9.png" ContentType="image/png"/>
  <Override PartName="/ppt/media/image18.png" ContentType="image/png"/>
  <Override PartName="/ppt/media/image20.png" ContentType="image/png"/>
  <Override PartName="/ppt/media/image12.png" ContentType="image/png"/>
  <Override PartName="/ppt/media/image3.png" ContentType="image/png"/>
  <Override PartName="/ppt/media/image8.png" ContentType="image/png"/>
  <Override PartName="/ppt/media/image17.png" ContentType="image/png"/>
  <Override PartName="/ppt/media/image11.png" ContentType="image/png"/>
  <Override PartName="/ppt/media/image2.png" ContentType="image/png"/>
  <Override PartName="/ppt/media/image7.png" ContentType="image/png"/>
  <Override PartName="/ppt/media/image16.png" ContentType="image/png"/>
  <Override PartName="/ppt/media/image27.png" ContentType="image/png"/>
  <Override PartName="/ppt/media/image26.png" ContentType="image/png"/>
  <Override PartName="/ppt/media/image25.png" ContentType="image/png"/>
  <Override PartName="/ppt/media/image24.png" ContentType="image/png"/>
  <Override PartName="/ppt/media/image23.png" ContentType="image/png"/>
  <Override PartName="/ppt/media/image22.png" ContentType="image/png"/>
  <Override PartName="/ppt/media/image15.png" ContentType="image/png"/>
  <Override PartName="/ppt/media/image6.png" ContentType="image/png"/>
  <Override PartName="/ppt/media/image14.png" ContentType="image/png"/>
  <Override PartName="/ppt/media/image5.png" ContentType="image/png"/>
  <Override PartName="/ppt/media/image21.png" ContentType="image/png"/>
  <Override PartName="/ppt/media/image19.png" ContentType="image/png"/>
  <Override PartName="/ppt/media/image10.png" ContentType="image/png"/>
  <Override PartName="/ppt/media/image1.png" ContentType="image/png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22.xml" ContentType="application/vnd.openxmlformats-officedocument.presentationml.slide+xml"/>
  <Override PartName="/ppt/slides/slide34.xml" ContentType="application/vnd.openxmlformats-officedocument.presentationml.slide+xml"/>
  <Override PartName="/ppt/slides/slide23.xml" ContentType="application/vnd.openxmlformats-officedocument.presentationml.slide+xml"/>
  <Override PartName="/ppt/slides/slide35.xml" ContentType="application/vnd.openxmlformats-officedocument.presentationml.slide+xml"/>
  <Override PartName="/ppt/slides/slide24.xml" ContentType="application/vnd.openxmlformats-officedocument.presentationml.slide+xml"/>
  <Override PartName="/ppt/slides/slide36.xml" ContentType="application/vnd.openxmlformats-officedocument.presentationml.slide+xml"/>
  <Override PartName="/ppt/slides/slide25.xml" ContentType="application/vnd.openxmlformats-officedocument.presentationml.slide+xml"/>
  <Override PartName="/ppt/slides/slide37.xml" ContentType="application/vnd.openxmlformats-officedocument.presentationml.slide+xml"/>
  <Override PartName="/ppt/slides/_rels/slide16.xml.rels" ContentType="application/vnd.openxmlformats-package.relationships+xml"/>
  <Override PartName="/ppt/slides/_rels/slide8.xml.rels" ContentType="application/vnd.openxmlformats-package.relationships+xml"/>
  <Override PartName="/ppt/slides/_rels/slide25.xml.rels" ContentType="application/vnd.openxmlformats-package.relationships+xml"/>
  <Override PartName="/ppt/slides/_rels/slide10.xml.rels" ContentType="application/vnd.openxmlformats-package.relationships+xml"/>
  <Override PartName="/ppt/slides/_rels/slide17.xml.rels" ContentType="application/vnd.openxmlformats-package.relationships+xml"/>
  <Override PartName="/ppt/slides/_rels/slide9.xml.rels" ContentType="application/vnd.openxmlformats-package.relationships+xml"/>
  <Override PartName="/ppt/slides/_rels/slide26.xml.rels" ContentType="application/vnd.openxmlformats-package.relationships+xml"/>
  <Override PartName="/ppt/slides/_rels/slide11.xml.rels" ContentType="application/vnd.openxmlformats-package.relationships+xml"/>
  <Override PartName="/ppt/slides/_rels/slide34.xml.rels" ContentType="application/vnd.openxmlformats-package.relationships+xml"/>
  <Override PartName="/ppt/slides/_rels/slide33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32.xml.rels" ContentType="application/vnd.openxmlformats-package.relationships+xml"/>
  <Override PartName="/ppt/slides/_rels/slide31.xml.rels" ContentType="application/vnd.openxmlformats-package.relationships+xml"/>
  <Override PartName="/ppt/slides/_rels/slide29.xml.rels" ContentType="application/vnd.openxmlformats-package.relationships+xml"/>
  <Override PartName="/ppt/slides/_rels/slide30.xml.rels" ContentType="application/vnd.openxmlformats-package.relationships+xml"/>
  <Override PartName="/ppt/slides/_rels/slide28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27.xml.rels" ContentType="application/vnd.openxmlformats-package.relationships+xml"/>
  <Override PartName="/ppt/slides/_rels/slide1.xml.rels" ContentType="application/vnd.openxmlformats-package.relationships+xml"/>
  <Override PartName="/ppt/slides/_rels/slide36.xml.rels" ContentType="application/vnd.openxmlformats-package.relationships+xml"/>
  <Override PartName="/ppt/slides/_rels/slide35.xml.rels" ContentType="application/vnd.openxmlformats-package.relationships+xml"/>
  <Override PartName="/ppt/slides/_rels/slide7.xml.rels" ContentType="application/vnd.openxmlformats-package.relationships+xml"/>
  <Override PartName="/ppt/slides/_rels/slide24.xml.rels" ContentType="application/vnd.openxmlformats-package.relationships+xml"/>
  <Override PartName="/ppt/slides/_rels/slide37.xml.rels" ContentType="application/vnd.openxmlformats-package.relationships+xml"/>
  <Override PartName="/ppt/slides/_rels/slide2.xml.rels" ContentType="application/vnd.openxmlformats-package.relationships+xml"/>
  <Override PartName="/ppt/slides/_rels/slide38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13.xml.rels" ContentType="application/vnd.openxmlformats-package.relationships+xml"/>
  <Override PartName="/ppt/slides/_rels/slide22.xml.rels" ContentType="application/vnd.openxmlformats-package.relationships+xml"/>
  <Override PartName="/ppt/slides/_rels/slide5.xml.rels" ContentType="application/vnd.openxmlformats-package.relationships+xml"/>
  <Override PartName="/ppt/slides/_rels/slide19.xml.rels" ContentType="application/vnd.openxmlformats-package.relationships+xml"/>
  <Override PartName="/ppt/slides/_rels/slide12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18.xml.rels" ContentType="application/vnd.openxmlformats-package.relationships+xml"/>
  <Override PartName="/ppt/slides/slide38.xml" ContentType="application/vnd.openxmlformats-officedocument.presentationml.slide+xml"/>
  <Override PartName="/ppt/slides/slide13.xml" ContentType="application/vnd.openxmlformats-officedocument.presentationml.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1.xml" ContentType="application/vnd.openxmlformats-officedocument.presentationml.slide+xml"/>
  <Override PartName="/ppt/slides/slide12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11.xml" ContentType="application/vnd.openxmlformats-officedocument.presentationml.slide+xml"/>
  <Override PartName="/ppt/slides/slide3.xml" ContentType="application/vnd.openxmlformats-officedocument.presentationml.slide+xml"/>
  <Override PartName="/ppt/slides/slide9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8.xml" ContentType="application/vnd.openxmlformats-officedocument.presentationml.slide+xml"/>
  <Override PartName="/ppt/slides/slide16.xml" ContentType="application/vnd.openxmlformats-officedocument.presentationml.slide+xml"/>
  <Override PartName="/ppt/notesSlides/_rels/notesSlide21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9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33.xml.rels" ContentType="application/vnd.openxmlformats-package.relationships+xml"/>
  <Override PartName="/ppt/notesSlides/_rels/notesSlide32.xml.rels" ContentType="application/vnd.openxmlformats-package.relationships+xml"/>
  <Override PartName="/ppt/notesSlides/_rels/notesSlide29.xml.rels" ContentType="application/vnd.openxmlformats-package.relationships+xml"/>
  <Override PartName="/ppt/notesSlides/_rels/notesSlide31.xml.rels" ContentType="application/vnd.openxmlformats-package.relationships+xml"/>
  <Override PartName="/ppt/notesSlides/_rels/notesSlide28.xml.rels" ContentType="application/vnd.openxmlformats-package.relationships+xml"/>
  <Override PartName="/ppt/notesSlides/_rels/notesSlide30.xml.rels" ContentType="application/vnd.openxmlformats-package.relationships+xml"/>
  <Override PartName="/ppt/notesSlides/_rels/notesSlide34.xml.rels" ContentType="application/vnd.openxmlformats-package.relationships+xml"/>
  <Override PartName="/ppt/notesSlides/_rels/notesSlide22.xml.rels" ContentType="application/vnd.openxmlformats-package.relationships+xml"/>
  <Override PartName="/ppt/notesSlides/_rels/notesSlide35.xml.rels" ContentType="application/vnd.openxmlformats-package.relationships+xml"/>
  <Override PartName="/ppt/notesSlides/_rels/notesSlide23.xml.rels" ContentType="application/vnd.openxmlformats-package.relationships+xml"/>
  <Override PartName="/ppt/notesSlides/_rels/notesSlide24.xml.rels" ContentType="application/vnd.openxmlformats-package.relationships+xml"/>
  <Override PartName="/ppt/notesSlides/_rels/notesSlide25.xml.rels" ContentType="application/vnd.openxmlformats-package.relationships+xml"/>
  <Override PartName="/ppt/notesSlides/_rels/notesSlide26.xml.rels" ContentType="application/vnd.openxmlformats-package.relationships+xml"/>
  <Override PartName="/ppt/notesSlides/_rels/notesSlide36.xml.rels" ContentType="application/vnd.openxmlformats-package.relationships+xml"/>
  <Override PartName="/ppt/notesSlides/_rels/notesSlide37.xml.rels" ContentType="application/vnd.openxmlformats-package.relationships+xml"/>
  <Override PartName="/ppt/notesSlides/_rels/notesSlide38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6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1.xml.rels" ContentType="application/vnd.openxmlformats-package.relationships+xml"/>
  <Override PartName="/ppt/notesSlides/_rels/notesSlide27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8.xml.rels" ContentType="application/vnd.openxmlformats-package.relationships+xml"/>
  <Override PartName="/ppt/notesSlides/_rels/notesSlide17.xml.rels" ContentType="application/vnd.openxmlformats-package.relationships+xml"/>
  <Override PartName="/ppt/notesSlides/notesSlide26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2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../customXml/item1.xml"/><Relationship Id="rId5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</p:sldMasterIdLst>
  <p:notesMasterIdLst>
    <p:notesMasterId r:id="rId14"/>
  </p:notesMasterIdLst>
  <p:sldIdLst>
    <p:sldId id="256" r:id="rId15"/>
    <p:sldId id="257" r:id="rId16"/>
    <p:sldId id="258" r:id="rId17"/>
    <p:sldId id="259" r:id="rId18"/>
    <p:sldId id="260" r:id="rId19"/>
    <p:sldId id="261" r:id="rId20"/>
    <p:sldId id="262" r:id="rId21"/>
    <p:sldId id="263" r:id="rId22"/>
    <p:sldId id="264" r:id="rId23"/>
    <p:sldId id="265" r:id="rId24"/>
    <p:sldId id="266" r:id="rId25"/>
    <p:sldId id="267" r:id="rId26"/>
    <p:sldId id="268" r:id="rId27"/>
    <p:sldId id="269" r:id="rId28"/>
    <p:sldId id="270" r:id="rId29"/>
    <p:sldId id="271" r:id="rId30"/>
    <p:sldId id="272" r:id="rId31"/>
    <p:sldId id="273" r:id="rId32"/>
    <p:sldId id="274" r:id="rId33"/>
    <p:sldId id="275" r:id="rId34"/>
    <p:sldId id="276" r:id="rId35"/>
    <p:sldId id="277" r:id="rId36"/>
    <p:sldId id="278" r:id="rId37"/>
    <p:sldId id="279" r:id="rId38"/>
    <p:sldId id="280" r:id="rId39"/>
    <p:sldId id="281" r:id="rId40"/>
    <p:sldId id="282" r:id="rId41"/>
    <p:sldId id="283" r:id="rId42"/>
    <p:sldId id="284" r:id="rId43"/>
    <p:sldId id="285" r:id="rId44"/>
    <p:sldId id="286" r:id="rId45"/>
    <p:sldId id="287" r:id="rId46"/>
    <p:sldId id="288" r:id="rId47"/>
    <p:sldId id="289" r:id="rId48"/>
    <p:sldId id="290" r:id="rId49"/>
    <p:sldId id="291" r:id="rId50"/>
    <p:sldId id="292" r:id="rId51"/>
    <p:sldId id="293" r:id="rId52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notesMaster" Target="notesMasters/notesMaster1.xml"/><Relationship Id="rId15" Type="http://schemas.openxmlformats.org/officeDocument/2006/relationships/slide" Target="slides/slide1.xml"/><Relationship Id="rId16" Type="http://schemas.openxmlformats.org/officeDocument/2006/relationships/slide" Target="slides/slide2.xml"/><Relationship Id="rId17" Type="http://schemas.openxmlformats.org/officeDocument/2006/relationships/slide" Target="slides/slide3.xml"/><Relationship Id="rId18" Type="http://schemas.openxmlformats.org/officeDocument/2006/relationships/slide" Target="slides/slide4.xml"/><Relationship Id="rId19" Type="http://schemas.openxmlformats.org/officeDocument/2006/relationships/slide" Target="slides/slide5.xml"/><Relationship Id="rId20" Type="http://schemas.openxmlformats.org/officeDocument/2006/relationships/slide" Target="slides/slide6.xml"/><Relationship Id="rId21" Type="http://schemas.openxmlformats.org/officeDocument/2006/relationships/slide" Target="slides/slide7.xml"/><Relationship Id="rId22" Type="http://schemas.openxmlformats.org/officeDocument/2006/relationships/slide" Target="slides/slide8.xml"/><Relationship Id="rId23" Type="http://schemas.openxmlformats.org/officeDocument/2006/relationships/slide" Target="slides/slide9.xml"/><Relationship Id="rId24" Type="http://schemas.openxmlformats.org/officeDocument/2006/relationships/slide" Target="slides/slide10.xml"/><Relationship Id="rId25" Type="http://schemas.openxmlformats.org/officeDocument/2006/relationships/slide" Target="slides/slide11.xml"/><Relationship Id="rId26" Type="http://schemas.openxmlformats.org/officeDocument/2006/relationships/slide" Target="slides/slide12.xml"/><Relationship Id="rId27" Type="http://schemas.openxmlformats.org/officeDocument/2006/relationships/slide" Target="slides/slide13.xml"/><Relationship Id="rId28" Type="http://schemas.openxmlformats.org/officeDocument/2006/relationships/slide" Target="slides/slide14.xml"/><Relationship Id="rId29" Type="http://schemas.openxmlformats.org/officeDocument/2006/relationships/slide" Target="slides/slide15.xml"/><Relationship Id="rId30" Type="http://schemas.openxmlformats.org/officeDocument/2006/relationships/slide" Target="slides/slide16.xml"/><Relationship Id="rId31" Type="http://schemas.openxmlformats.org/officeDocument/2006/relationships/slide" Target="slides/slide17.xml"/><Relationship Id="rId32" Type="http://schemas.openxmlformats.org/officeDocument/2006/relationships/slide" Target="slides/slide18.xml"/><Relationship Id="rId33" Type="http://schemas.openxmlformats.org/officeDocument/2006/relationships/slide" Target="slides/slide19.xml"/><Relationship Id="rId34" Type="http://schemas.openxmlformats.org/officeDocument/2006/relationships/slide" Target="slides/slide20.xml"/><Relationship Id="rId35" Type="http://schemas.openxmlformats.org/officeDocument/2006/relationships/slide" Target="slides/slide21.xml"/><Relationship Id="rId36" Type="http://schemas.openxmlformats.org/officeDocument/2006/relationships/slide" Target="slides/slide22.xml"/><Relationship Id="rId37" Type="http://schemas.openxmlformats.org/officeDocument/2006/relationships/slide" Target="slides/slide23.xml"/><Relationship Id="rId38" Type="http://schemas.openxmlformats.org/officeDocument/2006/relationships/slide" Target="slides/slide24.xml"/><Relationship Id="rId39" Type="http://schemas.openxmlformats.org/officeDocument/2006/relationships/slide" Target="slides/slide25.xml"/><Relationship Id="rId40" Type="http://schemas.openxmlformats.org/officeDocument/2006/relationships/slide" Target="slides/slide26.xml"/><Relationship Id="rId41" Type="http://schemas.openxmlformats.org/officeDocument/2006/relationships/slide" Target="slides/slide27.xml"/><Relationship Id="rId42" Type="http://schemas.openxmlformats.org/officeDocument/2006/relationships/slide" Target="slides/slide28.xml"/><Relationship Id="rId43" Type="http://schemas.openxmlformats.org/officeDocument/2006/relationships/slide" Target="slides/slide29.xml"/><Relationship Id="rId44" Type="http://schemas.openxmlformats.org/officeDocument/2006/relationships/slide" Target="slides/slide30.xml"/><Relationship Id="rId45" Type="http://schemas.openxmlformats.org/officeDocument/2006/relationships/slide" Target="slides/slide31.xml"/><Relationship Id="rId46" Type="http://schemas.openxmlformats.org/officeDocument/2006/relationships/slide" Target="slides/slide32.xml"/><Relationship Id="rId47" Type="http://schemas.openxmlformats.org/officeDocument/2006/relationships/slide" Target="slides/slide33.xml"/><Relationship Id="rId48" Type="http://schemas.openxmlformats.org/officeDocument/2006/relationships/slide" Target="slides/slide34.xml"/><Relationship Id="rId49" Type="http://schemas.openxmlformats.org/officeDocument/2006/relationships/slide" Target="slides/slide35.xml"/><Relationship Id="rId50" Type="http://schemas.openxmlformats.org/officeDocument/2006/relationships/slide" Target="slides/slide36.xml"/><Relationship Id="rId51" Type="http://schemas.openxmlformats.org/officeDocument/2006/relationships/slide" Target="slides/slide37.xml"/><Relationship Id="rId52" Type="http://schemas.openxmlformats.org/officeDocument/2006/relationships/slide" Target="slides/slide38.xml"/><Relationship Id="rId5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" name="PlaceHolder 4"/>
          <p:cNvSpPr>
            <a:spLocks noGrp="1"/>
          </p:cNvSpPr>
          <p:nvPr>
            <p:ph type="dt" idx="37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" name="PlaceHolder 5"/>
          <p:cNvSpPr>
            <a:spLocks noGrp="1"/>
          </p:cNvSpPr>
          <p:nvPr>
            <p:ph type="ftr" idx="38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" name="PlaceHolder 6"/>
          <p:cNvSpPr>
            <a:spLocks noGrp="1"/>
          </p:cNvSpPr>
          <p:nvPr>
            <p:ph type="sldNum" idx="39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BCC1C4C8-231E-487D-931E-BFD9ADB71105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
</Relationships>
</file>

<file path=ppt/notesSlides/_rels/notesSlide31.xml.rels><?xml version="1.0" encoding="UTF-8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
</Relationships>
</file>

<file path=ppt/notesSlides/_rels/notesSlide32.xml.rels><?xml version="1.0" encoding="UTF-8"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
</Relationships>
</file>

<file path=ppt/notesSlides/_rels/notesSlide33.xml.rels><?xml version="1.0" encoding="UTF-8"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
</Relationships>
</file>

<file path=ppt/notesSlides/_rels/notesSlide34.xml.rels><?xml version="1.0" encoding="UTF-8"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
</Relationships>
</file>

<file path=ppt/notesSlides/_rels/notesSlide35.xml.rels><?xml version="1.0" encoding="UTF-8"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
</Relationships>
</file>

<file path=ppt/notesSlides/_rels/notesSlide36.xml.rels><?xml version="1.0" encoding="UTF-8"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
</Relationships>
</file>

<file path=ppt/notesSlides/_rels/notesSlide37.xml.rels><?xml version="1.0" encoding="UTF-8"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
</Relationships>
</file>

<file path=ppt/notesSlides/_rels/notesSlide38.xml.rels><?xml version="1.0" encoding="UTF-8"?>
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68572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bfbfbf"/>
                </a:solidFill>
                <a:latin typeface="Arial"/>
                <a:ea typeface="+mn-ea"/>
              </a:rPr>
              <a:t>TASNİF DIŞI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 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1" name="PlaceHolder 4"/>
          <p:cNvSpPr>
            <a:spLocks noGrp="1"/>
          </p:cNvSpPr>
          <p:nvPr>
            <p:ph type="ftr" idx="78"/>
          </p:nvPr>
        </p:nvSpPr>
        <p:spPr>
          <a:xfrm>
            <a:off x="0" y="8685360"/>
            <a:ext cx="68572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1" lang="en-US" sz="900" spc="-1" strike="noStrike">
                <a:solidFill>
                  <a:srgbClr val="bfbfbf"/>
                </a:solidFill>
                <a:latin typeface="Arial"/>
                <a:ea typeface="+mn-ea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bfbfbf"/>
                </a:solidFill>
                <a:latin typeface="Arial"/>
                <a:ea typeface="+mn-ea"/>
              </a:rPr>
              <a:t>TASNİF DIŞI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 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2" name="PlaceHolder 5"/>
          <p:cNvSpPr>
            <a:spLocks noGrp="1"/>
          </p:cNvSpPr>
          <p:nvPr>
            <p:ph type="sldNum" idx="7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94E5980-7A82-4C00-B05F-9979678A32B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21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68572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bfbfbf"/>
                </a:solidFill>
                <a:latin typeface="Arial"/>
                <a:ea typeface="+mn-ea"/>
              </a:rPr>
              <a:t>TASNİF DIŞI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 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6" name="PlaceHolder 4"/>
          <p:cNvSpPr>
            <a:spLocks noGrp="1"/>
          </p:cNvSpPr>
          <p:nvPr>
            <p:ph type="ftr" idx="80"/>
          </p:nvPr>
        </p:nvSpPr>
        <p:spPr>
          <a:xfrm>
            <a:off x="0" y="8685360"/>
            <a:ext cx="68572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1" lang="en-US" sz="900" spc="-1" strike="noStrike">
                <a:solidFill>
                  <a:srgbClr val="bfbfbf"/>
                </a:solidFill>
                <a:latin typeface="Arial"/>
                <a:ea typeface="+mn-ea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bfbfbf"/>
                </a:solidFill>
                <a:latin typeface="Arial"/>
                <a:ea typeface="+mn-ea"/>
              </a:rPr>
              <a:t>TASNİF DIŞI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 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7" name="PlaceHolder 5"/>
          <p:cNvSpPr>
            <a:spLocks noGrp="1"/>
          </p:cNvSpPr>
          <p:nvPr>
            <p:ph type="sldNum" idx="8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3386826-F28E-417D-8F93-C6EE78DA9D0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21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68572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bfbfbf"/>
                </a:solidFill>
                <a:latin typeface="Arial"/>
                <a:ea typeface="+mn-ea"/>
              </a:rPr>
              <a:t>TASNİF DIŞI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 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1" name="PlaceHolder 4"/>
          <p:cNvSpPr>
            <a:spLocks noGrp="1"/>
          </p:cNvSpPr>
          <p:nvPr>
            <p:ph type="ftr" idx="82"/>
          </p:nvPr>
        </p:nvSpPr>
        <p:spPr>
          <a:xfrm>
            <a:off x="0" y="8685360"/>
            <a:ext cx="68572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1" lang="en-US" sz="900" spc="-1" strike="noStrike">
                <a:solidFill>
                  <a:srgbClr val="bfbfbf"/>
                </a:solidFill>
                <a:latin typeface="Arial"/>
                <a:ea typeface="+mn-ea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bfbfbf"/>
                </a:solidFill>
                <a:latin typeface="Arial"/>
                <a:ea typeface="+mn-ea"/>
              </a:rPr>
              <a:t>TASNİF DIŞI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 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2" name="PlaceHolder 5"/>
          <p:cNvSpPr>
            <a:spLocks noGrp="1"/>
          </p:cNvSpPr>
          <p:nvPr>
            <p:ph type="sldNum" idx="8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6BCA1A1-91C3-46CA-8EA4-42BEB20E73E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21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68572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bfbfbf"/>
                </a:solidFill>
                <a:latin typeface="Arial"/>
                <a:ea typeface="+mn-ea"/>
              </a:rPr>
              <a:t>TASNİF DIŞI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 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6" name="PlaceHolder 4"/>
          <p:cNvSpPr>
            <a:spLocks noGrp="1"/>
          </p:cNvSpPr>
          <p:nvPr>
            <p:ph type="ftr" idx="84"/>
          </p:nvPr>
        </p:nvSpPr>
        <p:spPr>
          <a:xfrm>
            <a:off x="0" y="8685360"/>
            <a:ext cx="68572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1" lang="en-US" sz="900" spc="-1" strike="noStrike">
                <a:solidFill>
                  <a:srgbClr val="bfbfbf"/>
                </a:solidFill>
                <a:latin typeface="Arial"/>
                <a:ea typeface="+mn-ea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bfbfbf"/>
                </a:solidFill>
                <a:latin typeface="Arial"/>
                <a:ea typeface="+mn-ea"/>
              </a:rPr>
              <a:t>TASNİF DIŞI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 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7" name="PlaceHolder 5"/>
          <p:cNvSpPr>
            <a:spLocks noGrp="1"/>
          </p:cNvSpPr>
          <p:nvPr>
            <p:ph type="sldNum" idx="8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14C2C20-030E-4C7D-A0FB-CDC16AB6B02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21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68572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bfbfbf"/>
                </a:solidFill>
                <a:latin typeface="Arial"/>
                <a:ea typeface="+mn-ea"/>
              </a:rPr>
              <a:t>TASNİF DIŞI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 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1" name="PlaceHolder 4"/>
          <p:cNvSpPr>
            <a:spLocks noGrp="1"/>
          </p:cNvSpPr>
          <p:nvPr>
            <p:ph type="ftr" idx="86"/>
          </p:nvPr>
        </p:nvSpPr>
        <p:spPr>
          <a:xfrm>
            <a:off x="0" y="8685360"/>
            <a:ext cx="68572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1" lang="en-US" sz="900" spc="-1" strike="noStrike">
                <a:solidFill>
                  <a:srgbClr val="bfbfbf"/>
                </a:solidFill>
                <a:latin typeface="Arial"/>
                <a:ea typeface="+mn-ea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bfbfbf"/>
                </a:solidFill>
                <a:latin typeface="Arial"/>
                <a:ea typeface="+mn-ea"/>
              </a:rPr>
              <a:t>TASNİF DIŞI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 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2" name="PlaceHolder 5"/>
          <p:cNvSpPr>
            <a:spLocks noGrp="1"/>
          </p:cNvSpPr>
          <p:nvPr>
            <p:ph type="sldNum" idx="8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107237C-0E28-4650-A91D-8CC8FAA495B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21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68572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bfbfbf"/>
                </a:solidFill>
                <a:latin typeface="Arial"/>
                <a:ea typeface="+mn-ea"/>
              </a:rPr>
              <a:t>TASNİF DIŞI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 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6" name="PlaceHolder 4"/>
          <p:cNvSpPr>
            <a:spLocks noGrp="1"/>
          </p:cNvSpPr>
          <p:nvPr>
            <p:ph type="ftr" idx="88"/>
          </p:nvPr>
        </p:nvSpPr>
        <p:spPr>
          <a:xfrm>
            <a:off x="0" y="8685360"/>
            <a:ext cx="68572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1" lang="en-US" sz="900" spc="-1" strike="noStrike">
                <a:solidFill>
                  <a:srgbClr val="bfbfbf"/>
                </a:solidFill>
                <a:latin typeface="Arial"/>
                <a:ea typeface="+mn-ea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bfbfbf"/>
                </a:solidFill>
                <a:latin typeface="Arial"/>
                <a:ea typeface="+mn-ea"/>
              </a:rPr>
              <a:t>TASNİF DIŞI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 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7" name="PlaceHolder 5"/>
          <p:cNvSpPr>
            <a:spLocks noGrp="1"/>
          </p:cNvSpPr>
          <p:nvPr>
            <p:ph type="sldNum" idx="8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CD06C35-CFBA-40D3-B348-8812C978F1A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21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68572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bfbfbf"/>
                </a:solidFill>
                <a:latin typeface="Arial"/>
                <a:ea typeface="+mn-ea"/>
              </a:rPr>
              <a:t>TASNİF DIŞI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 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1" name="PlaceHolder 4"/>
          <p:cNvSpPr>
            <a:spLocks noGrp="1"/>
          </p:cNvSpPr>
          <p:nvPr>
            <p:ph type="ftr" idx="90"/>
          </p:nvPr>
        </p:nvSpPr>
        <p:spPr>
          <a:xfrm>
            <a:off x="0" y="8685360"/>
            <a:ext cx="68572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1" lang="en-US" sz="900" spc="-1" strike="noStrike">
                <a:solidFill>
                  <a:srgbClr val="bfbfbf"/>
                </a:solidFill>
                <a:latin typeface="Arial"/>
                <a:ea typeface="+mn-ea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bfbfbf"/>
                </a:solidFill>
                <a:latin typeface="Arial"/>
                <a:ea typeface="+mn-ea"/>
              </a:rPr>
              <a:t>TASNİF DIŞI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 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2" name="PlaceHolder 5"/>
          <p:cNvSpPr>
            <a:spLocks noGrp="1"/>
          </p:cNvSpPr>
          <p:nvPr>
            <p:ph type="sldNum" idx="9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CB38740-138E-4825-8CD2-92C1AA00373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21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68572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bfbfbf"/>
                </a:solidFill>
                <a:latin typeface="Arial"/>
                <a:ea typeface="+mn-ea"/>
              </a:rPr>
              <a:t>TASNİF DIŞI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 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6" name="PlaceHolder 4"/>
          <p:cNvSpPr>
            <a:spLocks noGrp="1"/>
          </p:cNvSpPr>
          <p:nvPr>
            <p:ph type="ftr" idx="92"/>
          </p:nvPr>
        </p:nvSpPr>
        <p:spPr>
          <a:xfrm>
            <a:off x="0" y="8685360"/>
            <a:ext cx="68572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1" lang="en-US" sz="900" spc="-1" strike="noStrike">
                <a:solidFill>
                  <a:srgbClr val="bfbfbf"/>
                </a:solidFill>
                <a:latin typeface="Arial"/>
                <a:ea typeface="+mn-ea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bfbfbf"/>
                </a:solidFill>
                <a:latin typeface="Arial"/>
                <a:ea typeface="+mn-ea"/>
              </a:rPr>
              <a:t>TASNİF DIŞI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 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7" name="PlaceHolder 5"/>
          <p:cNvSpPr>
            <a:spLocks noGrp="1"/>
          </p:cNvSpPr>
          <p:nvPr>
            <p:ph type="sldNum" idx="9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FA34CE3-CD95-423D-A5EE-D1BBF07A621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21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68572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bfbfbf"/>
                </a:solidFill>
                <a:latin typeface="Arial"/>
                <a:ea typeface="+mn-ea"/>
              </a:rPr>
              <a:t>TASNİF DIŞI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 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1" name="PlaceHolder 4"/>
          <p:cNvSpPr>
            <a:spLocks noGrp="1"/>
          </p:cNvSpPr>
          <p:nvPr>
            <p:ph type="ftr" idx="94"/>
          </p:nvPr>
        </p:nvSpPr>
        <p:spPr>
          <a:xfrm>
            <a:off x="0" y="8685360"/>
            <a:ext cx="68572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1" lang="en-US" sz="900" spc="-1" strike="noStrike">
                <a:solidFill>
                  <a:srgbClr val="bfbfbf"/>
                </a:solidFill>
                <a:latin typeface="Arial"/>
                <a:ea typeface="+mn-ea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bfbfbf"/>
                </a:solidFill>
                <a:latin typeface="Arial"/>
                <a:ea typeface="+mn-ea"/>
              </a:rPr>
              <a:t>TASNİF DIŞI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 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2" name="PlaceHolder 5"/>
          <p:cNvSpPr>
            <a:spLocks noGrp="1"/>
          </p:cNvSpPr>
          <p:nvPr>
            <p:ph type="sldNum" idx="9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DBF2D1C-ECA2-4798-A246-56E36DA1350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21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68572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bfbfbf"/>
                </a:solidFill>
                <a:latin typeface="Arial"/>
                <a:ea typeface="+mn-ea"/>
              </a:rPr>
              <a:t>TASNİF DIŞI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 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6" name="PlaceHolder 4"/>
          <p:cNvSpPr>
            <a:spLocks noGrp="1"/>
          </p:cNvSpPr>
          <p:nvPr>
            <p:ph type="ftr" idx="96"/>
          </p:nvPr>
        </p:nvSpPr>
        <p:spPr>
          <a:xfrm>
            <a:off x="0" y="8685360"/>
            <a:ext cx="68572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1" lang="en-US" sz="900" spc="-1" strike="noStrike">
                <a:solidFill>
                  <a:srgbClr val="bfbfbf"/>
                </a:solidFill>
                <a:latin typeface="Arial"/>
                <a:ea typeface="+mn-ea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bfbfbf"/>
                </a:solidFill>
                <a:latin typeface="Arial"/>
                <a:ea typeface="+mn-ea"/>
              </a:rPr>
              <a:t>TASNİF DIŞI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 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7" name="PlaceHolder 5"/>
          <p:cNvSpPr>
            <a:spLocks noGrp="1"/>
          </p:cNvSpPr>
          <p:nvPr>
            <p:ph type="sldNum" idx="9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18B52CC-D523-4BEF-9C05-879E1F4278A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21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68572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bfbfbf"/>
                </a:solidFill>
                <a:latin typeface="Arial"/>
                <a:ea typeface="+mn-ea"/>
              </a:rPr>
              <a:t>TASNİF DIŞI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 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1" name="PlaceHolder 4"/>
          <p:cNvSpPr>
            <a:spLocks noGrp="1"/>
          </p:cNvSpPr>
          <p:nvPr>
            <p:ph type="ftr" idx="98"/>
          </p:nvPr>
        </p:nvSpPr>
        <p:spPr>
          <a:xfrm>
            <a:off x="0" y="8685360"/>
            <a:ext cx="68572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1" lang="en-US" sz="900" spc="-1" strike="noStrike">
                <a:solidFill>
                  <a:srgbClr val="bfbfbf"/>
                </a:solidFill>
                <a:latin typeface="Arial"/>
                <a:ea typeface="+mn-ea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bfbfbf"/>
                </a:solidFill>
                <a:latin typeface="Arial"/>
                <a:ea typeface="+mn-ea"/>
              </a:rPr>
              <a:t>TASNİF DIŞI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 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2" name="PlaceHolder 5"/>
          <p:cNvSpPr>
            <a:spLocks noGrp="1"/>
          </p:cNvSpPr>
          <p:nvPr>
            <p:ph type="sldNum" idx="9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5E9162D-E11D-4D49-8CDD-991417D4D8F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21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68572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bfbfbf"/>
                </a:solidFill>
                <a:latin typeface="Arial"/>
                <a:ea typeface="+mn-ea"/>
              </a:rPr>
              <a:t>TASNİF DIŞI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 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6" name="PlaceHolder 4"/>
          <p:cNvSpPr>
            <a:spLocks noGrp="1"/>
          </p:cNvSpPr>
          <p:nvPr>
            <p:ph type="ftr" idx="100"/>
          </p:nvPr>
        </p:nvSpPr>
        <p:spPr>
          <a:xfrm>
            <a:off x="0" y="8685360"/>
            <a:ext cx="68572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1" lang="en-US" sz="900" spc="-1" strike="noStrike">
                <a:solidFill>
                  <a:srgbClr val="bfbfbf"/>
                </a:solidFill>
                <a:latin typeface="Arial"/>
                <a:ea typeface="+mn-ea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bfbfbf"/>
                </a:solidFill>
                <a:latin typeface="Arial"/>
                <a:ea typeface="+mn-ea"/>
              </a:rPr>
              <a:t>TASNİF DIŞI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 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7" name="PlaceHolder 5"/>
          <p:cNvSpPr>
            <a:spLocks noGrp="1"/>
          </p:cNvSpPr>
          <p:nvPr>
            <p:ph type="sldNum" idx="10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74166FD-2B72-4DFA-A299-58BEEC2201F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21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68572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bfbfbf"/>
                </a:solidFill>
                <a:latin typeface="Arial"/>
                <a:ea typeface="+mn-ea"/>
              </a:rPr>
              <a:t>TASNİF DIŞI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 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1" name="PlaceHolder 4"/>
          <p:cNvSpPr>
            <a:spLocks noGrp="1"/>
          </p:cNvSpPr>
          <p:nvPr>
            <p:ph type="ftr" idx="102"/>
          </p:nvPr>
        </p:nvSpPr>
        <p:spPr>
          <a:xfrm>
            <a:off x="0" y="8685360"/>
            <a:ext cx="68572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1" lang="en-US" sz="900" spc="-1" strike="noStrike">
                <a:solidFill>
                  <a:srgbClr val="bfbfbf"/>
                </a:solidFill>
                <a:latin typeface="Arial"/>
                <a:ea typeface="+mn-ea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bfbfbf"/>
                </a:solidFill>
                <a:latin typeface="Arial"/>
                <a:ea typeface="+mn-ea"/>
              </a:rPr>
              <a:t>TASNİF DIŞI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 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2" name="PlaceHolder 5"/>
          <p:cNvSpPr>
            <a:spLocks noGrp="1"/>
          </p:cNvSpPr>
          <p:nvPr>
            <p:ph type="sldNum" idx="10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66F380E-53BD-4145-B292-ADD7407E804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21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68572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bfbfbf"/>
                </a:solidFill>
                <a:latin typeface="Arial"/>
                <a:ea typeface="+mn-ea"/>
              </a:rPr>
              <a:t>TASNİF DIŞI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 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6" name="PlaceHolder 4"/>
          <p:cNvSpPr>
            <a:spLocks noGrp="1"/>
          </p:cNvSpPr>
          <p:nvPr>
            <p:ph type="ftr" idx="104"/>
          </p:nvPr>
        </p:nvSpPr>
        <p:spPr>
          <a:xfrm>
            <a:off x="0" y="8685360"/>
            <a:ext cx="68572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1" lang="en-US" sz="900" spc="-1" strike="noStrike">
                <a:solidFill>
                  <a:srgbClr val="bfbfbf"/>
                </a:solidFill>
                <a:latin typeface="Arial"/>
                <a:ea typeface="+mn-ea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bfbfbf"/>
                </a:solidFill>
                <a:latin typeface="Arial"/>
                <a:ea typeface="+mn-ea"/>
              </a:rPr>
              <a:t>TASNİF DIŞI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 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7" name="PlaceHolder 5"/>
          <p:cNvSpPr>
            <a:spLocks noGrp="1"/>
          </p:cNvSpPr>
          <p:nvPr>
            <p:ph type="sldNum" idx="10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1461D55-6231-48D9-9A81-4FD8C1E8696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68572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bfbfbf"/>
                </a:solidFill>
                <a:latin typeface="Arial"/>
                <a:ea typeface="+mn-ea"/>
              </a:rPr>
              <a:t>TASNİF DIŞI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 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1" name="PlaceHolder 4"/>
          <p:cNvSpPr>
            <a:spLocks noGrp="1"/>
          </p:cNvSpPr>
          <p:nvPr>
            <p:ph type="ftr" idx="106"/>
          </p:nvPr>
        </p:nvSpPr>
        <p:spPr>
          <a:xfrm>
            <a:off x="0" y="8685360"/>
            <a:ext cx="68572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1" lang="en-US" sz="900" spc="-1" strike="noStrike">
                <a:solidFill>
                  <a:srgbClr val="bfbfbf"/>
                </a:solidFill>
                <a:latin typeface="Arial"/>
                <a:ea typeface="+mn-ea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bfbfbf"/>
                </a:solidFill>
                <a:latin typeface="Arial"/>
                <a:ea typeface="+mn-ea"/>
              </a:rPr>
              <a:t>TASNİF DIŞI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 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2" name="PlaceHolder 5"/>
          <p:cNvSpPr>
            <a:spLocks noGrp="1"/>
          </p:cNvSpPr>
          <p:nvPr>
            <p:ph type="sldNum" idx="10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44CCC19-A7C5-4DF1-A5AF-BE2F5531475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68572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bfbfbf"/>
                </a:solidFill>
                <a:latin typeface="Arial"/>
                <a:ea typeface="+mn-ea"/>
              </a:rPr>
              <a:t>TASNİF DIŞI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 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6" name="PlaceHolder 4"/>
          <p:cNvSpPr>
            <a:spLocks noGrp="1"/>
          </p:cNvSpPr>
          <p:nvPr>
            <p:ph type="ftr" idx="108"/>
          </p:nvPr>
        </p:nvSpPr>
        <p:spPr>
          <a:xfrm>
            <a:off x="0" y="8685360"/>
            <a:ext cx="68572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1" lang="en-US" sz="900" spc="-1" strike="noStrike">
                <a:solidFill>
                  <a:srgbClr val="bfbfbf"/>
                </a:solidFill>
                <a:latin typeface="Arial"/>
                <a:ea typeface="+mn-ea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bfbfbf"/>
                </a:solidFill>
                <a:latin typeface="Arial"/>
                <a:ea typeface="+mn-ea"/>
              </a:rPr>
              <a:t>TASNİF DIŞI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 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7" name="PlaceHolder 5"/>
          <p:cNvSpPr>
            <a:spLocks noGrp="1"/>
          </p:cNvSpPr>
          <p:nvPr>
            <p:ph type="sldNum" idx="10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7B17840-0A27-4F2D-B0A1-A9BFD39D729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68572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bfbfbf"/>
                </a:solidFill>
                <a:latin typeface="Arial"/>
                <a:ea typeface="+mn-ea"/>
              </a:rPr>
              <a:t>TASNİF DIŞI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 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1" name="PlaceHolder 4"/>
          <p:cNvSpPr>
            <a:spLocks noGrp="1"/>
          </p:cNvSpPr>
          <p:nvPr>
            <p:ph type="ftr" idx="110"/>
          </p:nvPr>
        </p:nvSpPr>
        <p:spPr>
          <a:xfrm>
            <a:off x="0" y="8685360"/>
            <a:ext cx="68572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1" lang="en-US" sz="900" spc="-1" strike="noStrike">
                <a:solidFill>
                  <a:srgbClr val="bfbfbf"/>
                </a:solidFill>
                <a:latin typeface="Arial"/>
                <a:ea typeface="+mn-ea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bfbfbf"/>
                </a:solidFill>
                <a:latin typeface="Arial"/>
                <a:ea typeface="+mn-ea"/>
              </a:rPr>
              <a:t>TASNİF DIŞI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 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2" name="PlaceHolder 5"/>
          <p:cNvSpPr>
            <a:spLocks noGrp="1"/>
          </p:cNvSpPr>
          <p:nvPr>
            <p:ph type="sldNum" idx="11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152C035-116F-44FD-9667-C3C635FA7C7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68572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bfbfbf"/>
                </a:solidFill>
                <a:latin typeface="Arial"/>
                <a:ea typeface="+mn-ea"/>
              </a:rPr>
              <a:t>TASNİF DIŞI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 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6" name="PlaceHolder 4"/>
          <p:cNvSpPr>
            <a:spLocks noGrp="1"/>
          </p:cNvSpPr>
          <p:nvPr>
            <p:ph type="ftr" idx="112"/>
          </p:nvPr>
        </p:nvSpPr>
        <p:spPr>
          <a:xfrm>
            <a:off x="0" y="8685360"/>
            <a:ext cx="68572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1" lang="en-US" sz="900" spc="-1" strike="noStrike">
                <a:solidFill>
                  <a:srgbClr val="bfbfbf"/>
                </a:solidFill>
                <a:latin typeface="Arial"/>
                <a:ea typeface="+mn-ea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bfbfbf"/>
                </a:solidFill>
                <a:latin typeface="Arial"/>
                <a:ea typeface="+mn-ea"/>
              </a:rPr>
              <a:t>TASNİF DIŞI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 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7" name="PlaceHolder 5"/>
          <p:cNvSpPr>
            <a:spLocks noGrp="1"/>
          </p:cNvSpPr>
          <p:nvPr>
            <p:ph type="sldNum" idx="11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8CFB436-E70A-4123-AE71-5E52885C587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68572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bfbfbf"/>
                </a:solidFill>
                <a:latin typeface="Arial"/>
                <a:ea typeface="+mn-ea"/>
              </a:rPr>
              <a:t>TASNİF DIŞI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 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1" name="PlaceHolder 4"/>
          <p:cNvSpPr>
            <a:spLocks noGrp="1"/>
          </p:cNvSpPr>
          <p:nvPr>
            <p:ph type="ftr" idx="114"/>
          </p:nvPr>
        </p:nvSpPr>
        <p:spPr>
          <a:xfrm>
            <a:off x="0" y="8685360"/>
            <a:ext cx="68572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1" lang="en-US" sz="900" spc="-1" strike="noStrike">
                <a:solidFill>
                  <a:srgbClr val="bfbfbf"/>
                </a:solidFill>
                <a:latin typeface="Arial"/>
                <a:ea typeface="+mn-ea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bfbfbf"/>
                </a:solidFill>
                <a:latin typeface="Arial"/>
                <a:ea typeface="+mn-ea"/>
              </a:rPr>
              <a:t>TASNİF DIŞI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 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2" name="PlaceHolder 5"/>
          <p:cNvSpPr>
            <a:spLocks noGrp="1"/>
          </p:cNvSpPr>
          <p:nvPr>
            <p:ph type="sldNum" idx="11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00A6ED0-9FCC-4E18-87B3-AF6D8D237BD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68572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bfbfbf"/>
                </a:solidFill>
                <a:latin typeface="Arial"/>
                <a:ea typeface="+mn-ea"/>
              </a:rPr>
              <a:t>TASNİF DIŞI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 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6" name="PlaceHolder 4"/>
          <p:cNvSpPr>
            <a:spLocks noGrp="1"/>
          </p:cNvSpPr>
          <p:nvPr>
            <p:ph type="ftr" idx="116"/>
          </p:nvPr>
        </p:nvSpPr>
        <p:spPr>
          <a:xfrm>
            <a:off x="0" y="8685360"/>
            <a:ext cx="68572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1" lang="en-US" sz="900" spc="-1" strike="noStrike">
                <a:solidFill>
                  <a:srgbClr val="bfbfbf"/>
                </a:solidFill>
                <a:latin typeface="Arial"/>
                <a:ea typeface="+mn-ea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bfbfbf"/>
                </a:solidFill>
                <a:latin typeface="Arial"/>
                <a:ea typeface="+mn-ea"/>
              </a:rPr>
              <a:t>TASNİF DIŞI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 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7" name="PlaceHolder 5"/>
          <p:cNvSpPr>
            <a:spLocks noGrp="1"/>
          </p:cNvSpPr>
          <p:nvPr>
            <p:ph type="sldNum" idx="11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1D3139D-178A-4CFC-9F98-D5F4665A27B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68572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bfbfbf"/>
                </a:solidFill>
                <a:latin typeface="Arial"/>
                <a:ea typeface="+mn-ea"/>
              </a:rPr>
              <a:t>TASNİF DIŞI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 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1" name="PlaceHolder 4"/>
          <p:cNvSpPr>
            <a:spLocks noGrp="1"/>
          </p:cNvSpPr>
          <p:nvPr>
            <p:ph type="ftr" idx="118"/>
          </p:nvPr>
        </p:nvSpPr>
        <p:spPr>
          <a:xfrm>
            <a:off x="0" y="8685360"/>
            <a:ext cx="68572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1" lang="en-US" sz="900" spc="-1" strike="noStrike">
                <a:solidFill>
                  <a:srgbClr val="bfbfbf"/>
                </a:solidFill>
                <a:latin typeface="Arial"/>
                <a:ea typeface="+mn-ea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bfbfbf"/>
                </a:solidFill>
                <a:latin typeface="Arial"/>
                <a:ea typeface="+mn-ea"/>
              </a:rPr>
              <a:t>TASNİF DIŞI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 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2" name="PlaceHolder 5"/>
          <p:cNvSpPr>
            <a:spLocks noGrp="1"/>
          </p:cNvSpPr>
          <p:nvPr>
            <p:ph type="sldNum" idx="11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3F82C32-94A6-4DAD-8FC8-89E3B380C90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68572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bfbfbf"/>
                </a:solidFill>
                <a:latin typeface="Arial"/>
                <a:ea typeface="+mn-ea"/>
              </a:rPr>
              <a:t>TASNİF DIŞI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 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6" name="PlaceHolder 4"/>
          <p:cNvSpPr>
            <a:spLocks noGrp="1"/>
          </p:cNvSpPr>
          <p:nvPr>
            <p:ph type="ftr" idx="120"/>
          </p:nvPr>
        </p:nvSpPr>
        <p:spPr>
          <a:xfrm>
            <a:off x="0" y="8685360"/>
            <a:ext cx="68572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1" lang="en-US" sz="900" spc="-1" strike="noStrike">
                <a:solidFill>
                  <a:srgbClr val="bfbfbf"/>
                </a:solidFill>
                <a:latin typeface="Arial"/>
                <a:ea typeface="+mn-ea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bfbfbf"/>
                </a:solidFill>
                <a:latin typeface="Arial"/>
                <a:ea typeface="+mn-ea"/>
              </a:rPr>
              <a:t>TASNİF DIŞI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 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7" name="PlaceHolder 5"/>
          <p:cNvSpPr>
            <a:spLocks noGrp="1"/>
          </p:cNvSpPr>
          <p:nvPr>
            <p:ph type="sldNum" idx="12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336A68E-C0C2-42DD-A13E-EA841613C87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68572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bfbfbf"/>
                </a:solidFill>
                <a:latin typeface="Arial"/>
                <a:ea typeface="+mn-ea"/>
              </a:rPr>
              <a:t>TASNİF DIŞI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 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1" name="PlaceHolder 4"/>
          <p:cNvSpPr>
            <a:spLocks noGrp="1"/>
          </p:cNvSpPr>
          <p:nvPr>
            <p:ph type="ftr" idx="122"/>
          </p:nvPr>
        </p:nvSpPr>
        <p:spPr>
          <a:xfrm>
            <a:off x="0" y="8685360"/>
            <a:ext cx="68572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1" lang="en-US" sz="900" spc="-1" strike="noStrike">
                <a:solidFill>
                  <a:srgbClr val="bfbfbf"/>
                </a:solidFill>
                <a:latin typeface="Arial"/>
                <a:ea typeface="+mn-ea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bfbfbf"/>
                </a:solidFill>
                <a:latin typeface="Arial"/>
                <a:ea typeface="+mn-ea"/>
              </a:rPr>
              <a:t>TASNİF DIŞI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 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2" name="PlaceHolder 5"/>
          <p:cNvSpPr>
            <a:spLocks noGrp="1"/>
          </p:cNvSpPr>
          <p:nvPr>
            <p:ph type="sldNum" idx="12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5AA899B-6838-430A-A8B1-578F90DA15C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5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68572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bfbfbf"/>
                </a:solidFill>
                <a:latin typeface="Arial"/>
                <a:ea typeface="+mn-ea"/>
              </a:rPr>
              <a:t>TASNİF DIŞI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 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6" name="PlaceHolder 4"/>
          <p:cNvSpPr>
            <a:spLocks noGrp="1"/>
          </p:cNvSpPr>
          <p:nvPr>
            <p:ph type="ftr" idx="124"/>
          </p:nvPr>
        </p:nvSpPr>
        <p:spPr>
          <a:xfrm>
            <a:off x="0" y="8685360"/>
            <a:ext cx="68572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1" lang="en-US" sz="900" spc="-1" strike="noStrike">
                <a:solidFill>
                  <a:srgbClr val="bfbfbf"/>
                </a:solidFill>
                <a:latin typeface="Arial"/>
                <a:ea typeface="+mn-ea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bfbfbf"/>
                </a:solidFill>
                <a:latin typeface="Arial"/>
                <a:ea typeface="+mn-ea"/>
              </a:rPr>
              <a:t>TASNİF DIŞI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 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7" name="PlaceHolder 5"/>
          <p:cNvSpPr>
            <a:spLocks noGrp="1"/>
          </p:cNvSpPr>
          <p:nvPr>
            <p:ph type="sldNum" idx="12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6D71F4B-BFDF-4234-8E9A-FBF4F36C1D0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68572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bfbfbf"/>
                </a:solidFill>
                <a:latin typeface="Arial"/>
                <a:ea typeface="+mn-ea"/>
              </a:rPr>
              <a:t>TASNİF DIŞI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 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1" name="PlaceHolder 4"/>
          <p:cNvSpPr>
            <a:spLocks noGrp="1"/>
          </p:cNvSpPr>
          <p:nvPr>
            <p:ph type="ftr" idx="126"/>
          </p:nvPr>
        </p:nvSpPr>
        <p:spPr>
          <a:xfrm>
            <a:off x="0" y="8685360"/>
            <a:ext cx="68572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1" lang="en-US" sz="900" spc="-1" strike="noStrike">
                <a:solidFill>
                  <a:srgbClr val="bfbfbf"/>
                </a:solidFill>
                <a:latin typeface="Arial"/>
                <a:ea typeface="+mn-ea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bfbfbf"/>
                </a:solidFill>
                <a:latin typeface="Arial"/>
                <a:ea typeface="+mn-ea"/>
              </a:rPr>
              <a:t>TASNİF DIŞI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 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2" name="PlaceHolder 5"/>
          <p:cNvSpPr>
            <a:spLocks noGrp="1"/>
          </p:cNvSpPr>
          <p:nvPr>
            <p:ph type="sldNum" idx="12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C01DB68-FDB3-4B72-8A07-DDDF65A1E13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5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68572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bfbfbf"/>
                </a:solidFill>
                <a:latin typeface="Arial"/>
                <a:ea typeface="+mn-ea"/>
              </a:rPr>
              <a:t>TASNİF DIŞI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 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6" name="PlaceHolder 4"/>
          <p:cNvSpPr>
            <a:spLocks noGrp="1"/>
          </p:cNvSpPr>
          <p:nvPr>
            <p:ph type="ftr" idx="128"/>
          </p:nvPr>
        </p:nvSpPr>
        <p:spPr>
          <a:xfrm>
            <a:off x="0" y="8685360"/>
            <a:ext cx="68572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1" lang="en-US" sz="900" spc="-1" strike="noStrike">
                <a:solidFill>
                  <a:srgbClr val="bfbfbf"/>
                </a:solidFill>
                <a:latin typeface="Arial"/>
                <a:ea typeface="+mn-ea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bfbfbf"/>
                </a:solidFill>
                <a:latin typeface="Arial"/>
                <a:ea typeface="+mn-ea"/>
              </a:rPr>
              <a:t>TASNİF DIŞI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 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7" name="PlaceHolder 5"/>
          <p:cNvSpPr>
            <a:spLocks noGrp="1"/>
          </p:cNvSpPr>
          <p:nvPr>
            <p:ph type="sldNum" idx="12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523EFAC-419F-48B1-AD55-AB1F3CFACD6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68572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bfbfbf"/>
                </a:solidFill>
                <a:latin typeface="Arial"/>
                <a:ea typeface="+mn-ea"/>
              </a:rPr>
              <a:t>TASNİF DIŞI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 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1" name="PlaceHolder 4"/>
          <p:cNvSpPr>
            <a:spLocks noGrp="1"/>
          </p:cNvSpPr>
          <p:nvPr>
            <p:ph type="ftr" idx="130"/>
          </p:nvPr>
        </p:nvSpPr>
        <p:spPr>
          <a:xfrm>
            <a:off x="0" y="8685360"/>
            <a:ext cx="68572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1" lang="en-US" sz="900" spc="-1" strike="noStrike">
                <a:solidFill>
                  <a:srgbClr val="bfbfbf"/>
                </a:solidFill>
                <a:latin typeface="Arial"/>
                <a:ea typeface="+mn-ea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bfbfbf"/>
                </a:solidFill>
                <a:latin typeface="Arial"/>
                <a:ea typeface="+mn-ea"/>
              </a:rPr>
              <a:t>TASNİF DIŞI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 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2" name="PlaceHolder 5"/>
          <p:cNvSpPr>
            <a:spLocks noGrp="1"/>
          </p:cNvSpPr>
          <p:nvPr>
            <p:ph type="sldNum" idx="13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86DC2C3-B023-45DA-BC92-99A8ACFBC25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5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68572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bfbfbf"/>
                </a:solidFill>
                <a:latin typeface="Arial"/>
                <a:ea typeface="+mn-ea"/>
              </a:rPr>
              <a:t>TASNİF DIŞI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 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6" name="PlaceHolder 4"/>
          <p:cNvSpPr>
            <a:spLocks noGrp="1"/>
          </p:cNvSpPr>
          <p:nvPr>
            <p:ph type="ftr" idx="132"/>
          </p:nvPr>
        </p:nvSpPr>
        <p:spPr>
          <a:xfrm>
            <a:off x="0" y="8685360"/>
            <a:ext cx="68572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1" lang="en-US" sz="900" spc="-1" strike="noStrike">
                <a:solidFill>
                  <a:srgbClr val="bfbfbf"/>
                </a:solidFill>
                <a:latin typeface="Arial"/>
                <a:ea typeface="+mn-ea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bfbfbf"/>
                </a:solidFill>
                <a:latin typeface="Arial"/>
                <a:ea typeface="+mn-ea"/>
              </a:rPr>
              <a:t>TASNİF DIŞI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 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7" name="PlaceHolder 5"/>
          <p:cNvSpPr>
            <a:spLocks noGrp="1"/>
          </p:cNvSpPr>
          <p:nvPr>
            <p:ph type="sldNum" idx="13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EA0530C-AE06-4EC0-83F2-09FD7CE6274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68572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bfbfbf"/>
                </a:solidFill>
                <a:latin typeface="Arial"/>
                <a:ea typeface="+mn-ea"/>
              </a:rPr>
              <a:t>TASNİF DIŞI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 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1" name="PlaceHolder 4"/>
          <p:cNvSpPr>
            <a:spLocks noGrp="1"/>
          </p:cNvSpPr>
          <p:nvPr>
            <p:ph type="ftr" idx="134"/>
          </p:nvPr>
        </p:nvSpPr>
        <p:spPr>
          <a:xfrm>
            <a:off x="0" y="8685360"/>
            <a:ext cx="68572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1" lang="en-US" sz="900" spc="-1" strike="noStrike">
                <a:solidFill>
                  <a:srgbClr val="bfbfbf"/>
                </a:solidFill>
                <a:latin typeface="Arial"/>
                <a:ea typeface="+mn-ea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bfbfbf"/>
                </a:solidFill>
                <a:latin typeface="Arial"/>
                <a:ea typeface="+mn-ea"/>
              </a:rPr>
              <a:t>TASNİF DIŞI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 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2" name="PlaceHolder 5"/>
          <p:cNvSpPr>
            <a:spLocks noGrp="1"/>
          </p:cNvSpPr>
          <p:nvPr>
            <p:ph type="sldNum" idx="13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2F4EA62-944E-4B70-B48E-BD4234ED161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5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68572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bfbfbf"/>
                </a:solidFill>
                <a:latin typeface="Arial"/>
                <a:ea typeface="+mn-ea"/>
              </a:rPr>
              <a:t>TASNİF DIŞI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 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6" name="PlaceHolder 4"/>
          <p:cNvSpPr>
            <a:spLocks noGrp="1"/>
          </p:cNvSpPr>
          <p:nvPr>
            <p:ph type="ftr" idx="136"/>
          </p:nvPr>
        </p:nvSpPr>
        <p:spPr>
          <a:xfrm>
            <a:off x="0" y="8685360"/>
            <a:ext cx="68572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1" lang="en-US" sz="900" spc="-1" strike="noStrike">
                <a:solidFill>
                  <a:srgbClr val="bfbfbf"/>
                </a:solidFill>
                <a:latin typeface="Arial"/>
                <a:ea typeface="+mn-ea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bfbfbf"/>
                </a:solidFill>
                <a:latin typeface="Arial"/>
                <a:ea typeface="+mn-ea"/>
              </a:rPr>
              <a:t>TASNİF DIŞI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 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7" name="PlaceHolder 5"/>
          <p:cNvSpPr>
            <a:spLocks noGrp="1"/>
          </p:cNvSpPr>
          <p:nvPr>
            <p:ph type="sldNum" idx="13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EAACA8D-CA25-42D6-8D20-15C706A543C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68572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bfbfbf"/>
                </a:solidFill>
                <a:latin typeface="Arial"/>
                <a:ea typeface="+mn-ea"/>
              </a:rPr>
              <a:t>TASNİF DIŞI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 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1" name="PlaceHolder 4"/>
          <p:cNvSpPr>
            <a:spLocks noGrp="1"/>
          </p:cNvSpPr>
          <p:nvPr>
            <p:ph type="ftr" idx="138"/>
          </p:nvPr>
        </p:nvSpPr>
        <p:spPr>
          <a:xfrm>
            <a:off x="0" y="8685360"/>
            <a:ext cx="68572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1" lang="en-US" sz="900" spc="-1" strike="noStrike">
                <a:solidFill>
                  <a:srgbClr val="bfbfbf"/>
                </a:solidFill>
                <a:latin typeface="Arial"/>
                <a:ea typeface="+mn-ea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bfbfbf"/>
                </a:solidFill>
                <a:latin typeface="Arial"/>
                <a:ea typeface="+mn-ea"/>
              </a:rPr>
              <a:t>TASNİF DIŞI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 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2" name="PlaceHolder 5"/>
          <p:cNvSpPr>
            <a:spLocks noGrp="1"/>
          </p:cNvSpPr>
          <p:nvPr>
            <p:ph type="sldNum" idx="13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76495FF-57DC-4846-8B3E-363519F07B0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5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68572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bfbfbf"/>
                </a:solidFill>
                <a:latin typeface="Arial"/>
                <a:ea typeface="+mn-ea"/>
              </a:rPr>
              <a:t>TASNİF DIŞI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 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6" name="PlaceHolder 4"/>
          <p:cNvSpPr>
            <a:spLocks noGrp="1"/>
          </p:cNvSpPr>
          <p:nvPr>
            <p:ph type="ftr" idx="140"/>
          </p:nvPr>
        </p:nvSpPr>
        <p:spPr>
          <a:xfrm>
            <a:off x="0" y="8685360"/>
            <a:ext cx="68572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1" lang="en-US" sz="900" spc="-1" strike="noStrike">
                <a:solidFill>
                  <a:srgbClr val="bfbfbf"/>
                </a:solidFill>
                <a:latin typeface="Arial"/>
                <a:ea typeface="+mn-ea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bfbfbf"/>
                </a:solidFill>
                <a:latin typeface="Arial"/>
                <a:ea typeface="+mn-ea"/>
              </a:rPr>
              <a:t>TASNİF DIŞI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 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7" name="PlaceHolder 5"/>
          <p:cNvSpPr>
            <a:spLocks noGrp="1"/>
          </p:cNvSpPr>
          <p:nvPr>
            <p:ph type="sldNum" idx="14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2E4EDF2-6782-4899-A59A-EA9E584ED98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68572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bfbfbf"/>
                </a:solidFill>
                <a:latin typeface="Arial"/>
                <a:ea typeface="+mn-ea"/>
              </a:rPr>
              <a:t>TASNİF DIŞI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 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1" name="PlaceHolder 4"/>
          <p:cNvSpPr>
            <a:spLocks noGrp="1"/>
          </p:cNvSpPr>
          <p:nvPr>
            <p:ph type="ftr" idx="142"/>
          </p:nvPr>
        </p:nvSpPr>
        <p:spPr>
          <a:xfrm>
            <a:off x="0" y="8685360"/>
            <a:ext cx="68572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1" lang="en-US" sz="900" spc="-1" strike="noStrike">
                <a:solidFill>
                  <a:srgbClr val="bfbfbf"/>
                </a:solidFill>
                <a:latin typeface="Arial"/>
                <a:ea typeface="+mn-ea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bfbfbf"/>
                </a:solidFill>
                <a:latin typeface="Arial"/>
                <a:ea typeface="+mn-ea"/>
              </a:rPr>
              <a:t>TASNİF DIŞI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 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2" name="PlaceHolder 5"/>
          <p:cNvSpPr>
            <a:spLocks noGrp="1"/>
          </p:cNvSpPr>
          <p:nvPr>
            <p:ph type="sldNum" idx="14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3676E77-784C-4E38-AA17-3F251D27A8B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5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68572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bfbfbf"/>
                </a:solidFill>
                <a:latin typeface="Arial"/>
                <a:ea typeface="+mn-ea"/>
              </a:rPr>
              <a:t>TASNİF DIŞI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 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6" name="PlaceHolder 4"/>
          <p:cNvSpPr>
            <a:spLocks noGrp="1"/>
          </p:cNvSpPr>
          <p:nvPr>
            <p:ph type="ftr" idx="144"/>
          </p:nvPr>
        </p:nvSpPr>
        <p:spPr>
          <a:xfrm>
            <a:off x="0" y="8685360"/>
            <a:ext cx="68572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1" lang="en-US" sz="900" spc="-1" strike="noStrike">
                <a:solidFill>
                  <a:srgbClr val="bfbfbf"/>
                </a:solidFill>
                <a:latin typeface="Arial"/>
                <a:ea typeface="+mn-ea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bfbfbf"/>
                </a:solidFill>
                <a:latin typeface="Arial"/>
                <a:ea typeface="+mn-ea"/>
              </a:rPr>
              <a:t>TASNİF DIŞI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 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7" name="PlaceHolder 5"/>
          <p:cNvSpPr>
            <a:spLocks noGrp="1"/>
          </p:cNvSpPr>
          <p:nvPr>
            <p:ph type="sldNum" idx="14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B7DE7FB-91ED-4051-BAF9-E72E593D07D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68572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bfbfbf"/>
                </a:solidFill>
                <a:latin typeface="Arial"/>
                <a:ea typeface="+mn-ea"/>
              </a:rPr>
              <a:t>TASNİF DIŞI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 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1" name="PlaceHolder 4"/>
          <p:cNvSpPr>
            <a:spLocks noGrp="1"/>
          </p:cNvSpPr>
          <p:nvPr>
            <p:ph type="ftr" idx="146"/>
          </p:nvPr>
        </p:nvSpPr>
        <p:spPr>
          <a:xfrm>
            <a:off x="0" y="8685360"/>
            <a:ext cx="68572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1" lang="en-US" sz="900" spc="-1" strike="noStrike">
                <a:solidFill>
                  <a:srgbClr val="bfbfbf"/>
                </a:solidFill>
                <a:latin typeface="Arial"/>
                <a:ea typeface="+mn-ea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bfbfbf"/>
                </a:solidFill>
                <a:latin typeface="Arial"/>
                <a:ea typeface="+mn-ea"/>
              </a:rPr>
              <a:t>TASNİF DIŞI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 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2" name="PlaceHolder 5"/>
          <p:cNvSpPr>
            <a:spLocks noGrp="1"/>
          </p:cNvSpPr>
          <p:nvPr>
            <p:ph type="sldNum" idx="14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C30349D-01E6-4FBC-975D-F3FD824C187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5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68572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bfbfbf"/>
                </a:solidFill>
                <a:latin typeface="Arial"/>
                <a:ea typeface="+mn-ea"/>
              </a:rPr>
              <a:t>TASNİF DIŞI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 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6" name="PlaceHolder 4"/>
          <p:cNvSpPr>
            <a:spLocks noGrp="1"/>
          </p:cNvSpPr>
          <p:nvPr>
            <p:ph type="ftr" idx="148"/>
          </p:nvPr>
        </p:nvSpPr>
        <p:spPr>
          <a:xfrm>
            <a:off x="0" y="8685360"/>
            <a:ext cx="68572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1" lang="en-US" sz="900" spc="-1" strike="noStrike">
                <a:solidFill>
                  <a:srgbClr val="bfbfbf"/>
                </a:solidFill>
                <a:latin typeface="Arial"/>
                <a:ea typeface="+mn-ea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bfbfbf"/>
                </a:solidFill>
                <a:latin typeface="Arial"/>
                <a:ea typeface="+mn-ea"/>
              </a:rPr>
              <a:t>TASNİF DIŞI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 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7" name="PlaceHolder 5"/>
          <p:cNvSpPr>
            <a:spLocks noGrp="1"/>
          </p:cNvSpPr>
          <p:nvPr>
            <p:ph type="sldNum" idx="14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4A85D3C-50BC-41F6-BF1B-C6F01893FF1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68572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bfbfbf"/>
                </a:solidFill>
                <a:latin typeface="Arial"/>
                <a:ea typeface="+mn-ea"/>
              </a:rPr>
              <a:t>TASNİF DIŞI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 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1" name="PlaceHolder 4"/>
          <p:cNvSpPr>
            <a:spLocks noGrp="1"/>
          </p:cNvSpPr>
          <p:nvPr>
            <p:ph type="ftr" idx="150"/>
          </p:nvPr>
        </p:nvSpPr>
        <p:spPr>
          <a:xfrm>
            <a:off x="0" y="8685360"/>
            <a:ext cx="68572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1" lang="en-US" sz="900" spc="-1" strike="noStrike">
                <a:solidFill>
                  <a:srgbClr val="bfbfbf"/>
                </a:solidFill>
                <a:latin typeface="Arial"/>
                <a:ea typeface="+mn-ea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bfbfbf"/>
                </a:solidFill>
                <a:latin typeface="Arial"/>
                <a:ea typeface="+mn-ea"/>
              </a:rPr>
              <a:t>TASNİF DIŞI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 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2" name="PlaceHolder 5"/>
          <p:cNvSpPr>
            <a:spLocks noGrp="1"/>
          </p:cNvSpPr>
          <p:nvPr>
            <p:ph type="sldNum" idx="15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5BE4AEA-6AD5-4BEC-B9A3-59BCBA735E5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5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68572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bfbfbf"/>
                </a:solidFill>
                <a:latin typeface="Arial"/>
                <a:ea typeface="+mn-ea"/>
              </a:rPr>
              <a:t>TASNİF DIŞI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 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6" name="PlaceHolder 4"/>
          <p:cNvSpPr>
            <a:spLocks noGrp="1"/>
          </p:cNvSpPr>
          <p:nvPr>
            <p:ph type="ftr" idx="152"/>
          </p:nvPr>
        </p:nvSpPr>
        <p:spPr>
          <a:xfrm>
            <a:off x="0" y="8685360"/>
            <a:ext cx="68572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1" lang="en-US" sz="900" spc="-1" strike="noStrike">
                <a:solidFill>
                  <a:srgbClr val="bfbfbf"/>
                </a:solidFill>
                <a:latin typeface="Arial"/>
                <a:ea typeface="+mn-ea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bfbfbf"/>
                </a:solidFill>
                <a:latin typeface="Arial"/>
                <a:ea typeface="+mn-ea"/>
              </a:rPr>
              <a:t>TASNİF DIŞI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 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7" name="PlaceHolder 5"/>
          <p:cNvSpPr>
            <a:spLocks noGrp="1"/>
          </p:cNvSpPr>
          <p:nvPr>
            <p:ph type="sldNum" idx="15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0DD42E0-306D-416E-B6D5-604A666217B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49E256A-B42F-460B-99EC-DB1C5EDC2A2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CE90B6DB-5E00-4DC9-8AD6-3AC630D6E1D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04635BBD-7645-428D-A07B-CC203782546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DFC13A69-4572-4BC9-8E20-FED312D6D00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00A2512D-B056-481F-9290-00322435164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8E9D8B58-47C9-4B97-B6EC-EDDB76180A1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77F7C0BC-E8EF-49F1-88B8-AE151526650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96A55D28-2A7D-41B0-8563-F47C9F16E38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920CDFC1-17B9-4B15-92E0-0578B85B3FA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EC2598C0-6D37-41F4-92BF-C91832BE534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87890CD4-C916-455B-AD05-B0E0E58EDBE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5"/>
          </p:nvPr>
        </p:nvSpPr>
        <p:spPr/>
        <p:txBody>
          <a:bodyPr/>
          <a:p>
            <a:fld id="{8512AD01-9C16-45E8-A98B-9112B5BD516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0" y="6356520"/>
            <a:ext cx="121914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1" lang="en-US" sz="900" spc="-1" strike="noStrike">
                <a:solidFill>
                  <a:srgbClr val="bfbfbf"/>
                </a:solidFill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bfbfbf"/>
                </a:solidFill>
                <a:latin typeface="Arial"/>
              </a:rPr>
              <a:t>&lt;footer&gt;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617A9EB-A8BC-4C99-8E40-C4C078B0D1C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ftr" idx="4"/>
          </p:nvPr>
        </p:nvSpPr>
        <p:spPr>
          <a:xfrm>
            <a:off x="0" y="6356520"/>
            <a:ext cx="121914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ldNum" idx="5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1D36734-B8D6-4582-87F0-C5970FE013F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6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ftr" idx="7"/>
          </p:nvPr>
        </p:nvSpPr>
        <p:spPr>
          <a:xfrm>
            <a:off x="0" y="6356520"/>
            <a:ext cx="121914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ldNum" idx="8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8F07282-BEE0-4803-807B-67CDF5B5266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dt" idx="9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ftr" idx="10"/>
          </p:nvPr>
        </p:nvSpPr>
        <p:spPr>
          <a:xfrm>
            <a:off x="0" y="6356520"/>
            <a:ext cx="121914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sldNum" idx="11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C01505A-F5D9-4F2B-AF85-3E69864CF95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dt" idx="12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ftr" idx="13"/>
          </p:nvPr>
        </p:nvSpPr>
        <p:spPr>
          <a:xfrm>
            <a:off x="0" y="6356520"/>
            <a:ext cx="121914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ldNum" idx="14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94E57D5-F688-4EEB-95BC-D9361836297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15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6"/>
          </p:nvPr>
        </p:nvSpPr>
        <p:spPr>
          <a:xfrm>
            <a:off x="0" y="6356520"/>
            <a:ext cx="121914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7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1F783C4-6461-41D5-83E8-46D555690B2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6"/>
          <p:cNvSpPr>
            <a:spLocks noGrp="1"/>
          </p:cNvSpPr>
          <p:nvPr>
            <p:ph type="dt" idx="18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ftr" idx="19"/>
          </p:nvPr>
        </p:nvSpPr>
        <p:spPr>
          <a:xfrm>
            <a:off x="0" y="6356520"/>
            <a:ext cx="121914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sldNum" idx="20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BFD3046-F2F0-4DCB-B6BE-97D12EDDA5F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dt" idx="21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ftr" idx="22"/>
          </p:nvPr>
        </p:nvSpPr>
        <p:spPr>
          <a:xfrm>
            <a:off x="0" y="6356520"/>
            <a:ext cx="121914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sldNum" idx="23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0E30E1F-3C45-40F4-9BA4-2D52A241F6F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dt" idx="24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ftr" idx="25"/>
          </p:nvPr>
        </p:nvSpPr>
        <p:spPr>
          <a:xfrm>
            <a:off x="0" y="6356520"/>
            <a:ext cx="121914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ldNum" idx="26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9FC3FC5-A54A-4631-BB13-56688B2857B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dt" idx="27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ftr" idx="28"/>
          </p:nvPr>
        </p:nvSpPr>
        <p:spPr>
          <a:xfrm>
            <a:off x="0" y="6356520"/>
            <a:ext cx="121914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sldNum" idx="29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7BE13C3-2E86-4B3F-A46E-292AC69325F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dt" idx="30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ftr" idx="31"/>
          </p:nvPr>
        </p:nvSpPr>
        <p:spPr>
          <a:xfrm>
            <a:off x="0" y="6356520"/>
            <a:ext cx="121914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ldNum" idx="32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B7C2C2E-8856-4A49-B0A8-0AE670E983E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dt" idx="33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6"/>
          <p:cNvSpPr/>
          <p:nvPr/>
        </p:nvSpPr>
        <p:spPr>
          <a:xfrm>
            <a:off x="41400" y="6539040"/>
            <a:ext cx="51494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chemeClr val="dk1"/>
                </a:solidFill>
                <a:latin typeface="Calibri"/>
              </a:rPr>
              <a:t>ENG 346 – Data Structures and Algorithms for Artificial Intelligence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0" name="Picture 4" descr="Gebze Technical University"/>
          <p:cNvPicPr/>
          <p:nvPr/>
        </p:nvPicPr>
        <p:blipFill>
          <a:blip r:embed="rId2"/>
          <a:stretch/>
        </p:blipFill>
        <p:spPr>
          <a:xfrm>
            <a:off x="10150560" y="-89640"/>
            <a:ext cx="2154960" cy="1009080"/>
          </a:xfrm>
          <a:prstGeom prst="rect">
            <a:avLst/>
          </a:prstGeom>
          <a:ln w="0">
            <a:noFill/>
          </a:ln>
        </p:spPr>
      </p:pic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0560" cy="63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838080" y="1107000"/>
            <a:ext cx="10510560" cy="506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ftr" idx="34"/>
          </p:nvPr>
        </p:nvSpPr>
        <p:spPr>
          <a:xfrm>
            <a:off x="4038480" y="6356520"/>
            <a:ext cx="4109760" cy="36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sldNum" idx="35"/>
          </p:nvPr>
        </p:nvSpPr>
        <p:spPr>
          <a:xfrm>
            <a:off x="8610480" y="6356520"/>
            <a:ext cx="2738160" cy="36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876E9CDE-948A-4C68-BD97-6CB6F5885AF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 type="dt" idx="36"/>
          </p:nvPr>
        </p:nvSpPr>
        <p:spPr>
          <a:xfrm>
            <a:off x="838080" y="6356520"/>
            <a:ext cx="2738160" cy="36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6000" spc="-1" strike="noStrike">
                <a:solidFill>
                  <a:schemeClr val="dk1"/>
                </a:solidFill>
                <a:latin typeface="Calibri Light"/>
              </a:rPr>
              <a:t>BASH</a:t>
            </a:r>
            <a:br>
              <a:rPr sz="6000"/>
            </a:b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3280" cy="1654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MAY 2022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PEKMEZCI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ftr" idx="40"/>
          </p:nvPr>
        </p:nvSpPr>
        <p:spPr>
          <a:xfrm>
            <a:off x="0" y="6356520"/>
            <a:ext cx="121914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1" lang="en-US" sz="900" spc="-1" strike="noStrike">
                <a:solidFill>
                  <a:srgbClr val="bfbfbf"/>
                </a:solidFill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bfbfbf"/>
                </a:solidFill>
                <a:latin typeface="Arial"/>
              </a:rPr>
              <a:t>TASNİF DIŞI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 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142200" y="199080"/>
            <a:ext cx="11907360" cy="507240"/>
          </a:xfrm>
          <a:prstGeom prst="rect">
            <a:avLst/>
          </a:prstGeom>
          <a:noFill/>
          <a:ln w="0">
            <a:solidFill>
              <a:schemeClr val="accent1"/>
            </a:solidFill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chemeClr val="dk1"/>
                </a:solidFill>
                <a:latin typeface="Calibri Light"/>
              </a:rPr>
              <a:t>CODES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ftr" idx="41"/>
          </p:nvPr>
        </p:nvSpPr>
        <p:spPr>
          <a:xfrm>
            <a:off x="0" y="6356520"/>
            <a:ext cx="121914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1" lang="en-US" sz="900" spc="-1" strike="noStrike">
                <a:solidFill>
                  <a:srgbClr val="bfbfbf"/>
                </a:solidFill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bfbfbf"/>
                </a:solidFill>
                <a:latin typeface="Arial"/>
              </a:rPr>
              <a:t>TASNİF DIŞI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 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" name=""/>
          <p:cNvSpPr/>
          <p:nvPr/>
        </p:nvSpPr>
        <p:spPr>
          <a:xfrm>
            <a:off x="685800" y="1143000"/>
            <a:ext cx="11197800" cy="502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60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40824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https://github.com/mehmetpekmezci/GTU-ENG-346/tree/main/bash-codes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142200" y="199080"/>
            <a:ext cx="11907360" cy="507240"/>
          </a:xfrm>
          <a:prstGeom prst="rect">
            <a:avLst/>
          </a:prstGeom>
          <a:noFill/>
          <a:ln w="0">
            <a:solidFill>
              <a:schemeClr val="accent1"/>
            </a:solidFill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chemeClr val="dk1"/>
                </a:solidFill>
                <a:latin typeface="Calibri Light"/>
              </a:rPr>
              <a:t>RULES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Rectangle 2"/>
          <p:cNvSpPr/>
          <p:nvPr/>
        </p:nvSpPr>
        <p:spPr>
          <a:xfrm>
            <a:off x="142200" y="773640"/>
            <a:ext cx="11907360" cy="3107160"/>
          </a:xfrm>
          <a:prstGeom prst="rect">
            <a:avLst/>
          </a:prstGeom>
          <a:noFill/>
          <a:ln w="0">
            <a:solidFill>
              <a:srgbClr val="5b9bd5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800" spc="-1" strike="noStrike" u="sng">
                <a:solidFill>
                  <a:schemeClr val="dk1"/>
                </a:solidFill>
                <a:uFillTx/>
                <a:latin typeface="Times New Roman"/>
                <a:ea typeface="Calibri"/>
              </a:rPr>
              <a:t>RULE #1: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Times New Roman"/>
                <a:ea typeface="Calibri"/>
              </a:rPr>
              <a:t>      </a:t>
            </a:r>
            <a:r>
              <a:rPr b="0" lang="en-US" sz="1800" spc="-1" strike="noStrike">
                <a:solidFill>
                  <a:schemeClr val="dk1"/>
                </a:solidFill>
                <a:latin typeface="Times New Roman"/>
                <a:ea typeface="Calibri"/>
              </a:rPr>
              <a:t>Prepare a test environment before directly running on the real system.  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n-US" sz="1800" spc="-1" strike="noStrike" u="sng">
                <a:solidFill>
                  <a:schemeClr val="dk1"/>
                </a:solidFill>
                <a:uFillTx/>
                <a:latin typeface="Times New Roman"/>
                <a:ea typeface="Calibri"/>
              </a:rPr>
              <a:t>RULE #2: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Times New Roman"/>
                <a:ea typeface="Calibri"/>
              </a:rPr>
              <a:t>      </a:t>
            </a:r>
            <a:r>
              <a:rPr b="0" lang="en-US" sz="1800" spc="-1" strike="noStrike">
                <a:solidFill>
                  <a:schemeClr val="dk1"/>
                </a:solidFill>
                <a:latin typeface="Times New Roman"/>
                <a:ea typeface="Calibri"/>
              </a:rPr>
              <a:t>Test your commands and their outputs, then construct your script by using the commands you tested.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n-US" sz="1800" spc="-1" strike="noStrike" u="sng">
                <a:solidFill>
                  <a:schemeClr val="dk1"/>
                </a:solidFill>
                <a:uFillTx/>
                <a:latin typeface="Times New Roman"/>
                <a:ea typeface="Calibri"/>
              </a:rPr>
              <a:t>RULE #3: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Times New Roman"/>
                <a:ea typeface="Calibri"/>
              </a:rPr>
              <a:t>      </a:t>
            </a:r>
            <a:r>
              <a:rPr b="0" lang="en-US" sz="1800" spc="-1" strike="noStrike">
                <a:solidFill>
                  <a:schemeClr val="dk1"/>
                </a:solidFill>
                <a:latin typeface="Times New Roman"/>
                <a:ea typeface="Calibri"/>
              </a:rPr>
              <a:t>Edit your script in a Linux editor or,  in a code editor like VSCode or Notepad++  on windows.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Times New Roman"/>
                <a:ea typeface="Calibri"/>
              </a:rPr>
              <a:t> 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ftr" idx="42"/>
          </p:nvPr>
        </p:nvSpPr>
        <p:spPr>
          <a:xfrm>
            <a:off x="0" y="6356520"/>
            <a:ext cx="121914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1" lang="en-US" sz="900" spc="-1" strike="noStrike">
                <a:solidFill>
                  <a:srgbClr val="bfbfbf"/>
                </a:solidFill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bfbfbf"/>
                </a:solidFill>
                <a:latin typeface="Arial"/>
              </a:rPr>
              <a:t>TASNİF DIŞI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 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142200" y="199080"/>
            <a:ext cx="11907360" cy="507240"/>
          </a:xfrm>
          <a:prstGeom prst="rect">
            <a:avLst/>
          </a:prstGeom>
          <a:noFill/>
          <a:ln w="0">
            <a:solidFill>
              <a:schemeClr val="accent1"/>
            </a:solidFill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chemeClr val="dk1"/>
                </a:solidFill>
                <a:latin typeface="Calibri Light"/>
              </a:rPr>
              <a:t>EXPORT VARIABLES / BASH_SOURCE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subTitle"/>
          </p:nvPr>
        </p:nvSpPr>
        <p:spPr>
          <a:xfrm>
            <a:off x="142200" y="868320"/>
            <a:ext cx="5692320" cy="5748480"/>
          </a:xfrm>
          <a:prstGeom prst="rect">
            <a:avLst/>
          </a:prstGeom>
          <a:solidFill>
            <a:srgbClr val="000000"/>
          </a:solidFill>
          <a:ln w="0">
            <a:solidFill>
              <a:schemeClr val="accent1"/>
            </a:solidFill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chemeClr val="lt1"/>
                </a:solidFill>
                <a:latin typeface="Calibri"/>
              </a:rPr>
              <a:t>echo "#########################################################################"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chemeClr val="lt1"/>
                </a:solidFill>
                <a:latin typeface="Calibri"/>
              </a:rPr>
              <a:t>echo "#################### EXPORT                     ########################"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chemeClr val="lt1"/>
                </a:solidFill>
                <a:latin typeface="Calibri"/>
              </a:rPr>
              <a:t>echo "#########################################################################"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chemeClr val="lt1"/>
                </a:solidFill>
                <a:latin typeface="Calibri"/>
              </a:rPr>
              <a:t>echo ""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chemeClr val="lt1"/>
                </a:solidFill>
                <a:latin typeface="Calibri"/>
              </a:rPr>
              <a:t>MYVAR="VALUE1"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chemeClr val="lt1"/>
                </a:solidFill>
                <a:latin typeface="Calibri"/>
              </a:rPr>
              <a:t>echo '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chemeClr val="lt1"/>
                </a:solidFill>
                <a:latin typeface="Calibri"/>
              </a:rPr>
              <a:t>echo "MYVAR variable in export.release.sh : -- $MYVAR --"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chemeClr val="lt1"/>
                </a:solidFill>
                <a:latin typeface="Calibri"/>
              </a:rPr>
              <a:t>MYVAR="VALUE2"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chemeClr val="lt1"/>
                </a:solidFill>
                <a:latin typeface="Calibri"/>
              </a:rPr>
              <a:t>export MYVAR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chemeClr val="lt1"/>
                </a:solidFill>
                <a:latin typeface="Calibri"/>
              </a:rPr>
              <a:t>' &gt; export.release.sh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chemeClr val="lt1"/>
                </a:solidFill>
                <a:latin typeface="Calibri"/>
              </a:rPr>
              <a:t>chmod +x ./export.release.sh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chemeClr val="lt1"/>
                </a:solidFill>
                <a:latin typeface="Calibri"/>
              </a:rPr>
              <a:t>./export.release.sh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chemeClr val="lt1"/>
                </a:solidFill>
                <a:latin typeface="Calibri"/>
              </a:rPr>
              <a:t>echo "MYVAR variable in main script : $MYVAR"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chemeClr val="lt1"/>
                </a:solidFill>
                <a:latin typeface="Calibri"/>
              </a:rPr>
              <a:t>echo "#########################################################################"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chemeClr val="lt1"/>
                </a:solidFill>
                <a:latin typeface="Calibri"/>
              </a:rPr>
              <a:t>export MYVAR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chemeClr val="lt1"/>
                </a:solidFill>
                <a:latin typeface="Calibri"/>
              </a:rPr>
              <a:t>echo "Now exporting MYVAR in main script"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chemeClr val="lt1"/>
                </a:solidFill>
                <a:latin typeface="Calibri"/>
              </a:rPr>
              <a:t>./export.release.sh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chemeClr val="lt1"/>
                </a:solidFill>
                <a:latin typeface="Calibri"/>
              </a:rPr>
              <a:t>echo "#########################################################################"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chemeClr val="lt1"/>
                </a:solidFill>
                <a:latin typeface="Calibri"/>
              </a:rPr>
              <a:t>source ./export.release.sh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chemeClr val="lt1"/>
                </a:solidFill>
                <a:latin typeface="Calibri"/>
              </a:rPr>
              <a:t>echo "MYVAR variable in main script : $MYVAR after sourcing  export.release.sh"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chemeClr val="lt1"/>
                </a:solidFill>
                <a:latin typeface="Calibri"/>
              </a:rPr>
              <a:t>echo ""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chemeClr val="lt1"/>
                </a:solidFill>
                <a:latin typeface="Calibri"/>
              </a:rPr>
              <a:t>echo "#########################################################################"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chemeClr val="lt1"/>
                </a:solidFill>
                <a:latin typeface="Calibri"/>
              </a:rPr>
              <a:t>echo "#################### BASH_SOURCE                 ########################"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chemeClr val="lt1"/>
                </a:solidFill>
                <a:latin typeface="Calibri"/>
              </a:rPr>
              <a:t>echo "#########################################################################"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chemeClr val="lt1"/>
                </a:solidFill>
                <a:latin typeface="Calibri"/>
              </a:rPr>
              <a:t>echo ""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chemeClr val="lt1"/>
                </a:solidFill>
                <a:latin typeface="Calibri"/>
              </a:rPr>
              <a:t>echo '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chemeClr val="lt1"/>
                </a:solidFill>
                <a:latin typeface="Calibri"/>
              </a:rPr>
              <a:t>CURRENT_DIR=$( cd "$( dirname "${BASH_SOURCE[0]}" )" &amp;&amp; pwd )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chemeClr val="lt1"/>
                </a:solidFill>
                <a:latin typeface="Calibri"/>
              </a:rPr>
              <a:t>export CURRENT_DIR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chemeClr val="lt1"/>
                </a:solidFill>
                <a:latin typeface="Calibri"/>
              </a:rPr>
              <a:t>' &gt; bash_source.release.sh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chemeClr val="lt1"/>
                </a:solidFill>
                <a:latin typeface="Calibri"/>
              </a:rPr>
              <a:t>. ./bash_source.release.sh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chemeClr val="lt1"/>
                </a:solidFill>
                <a:latin typeface="Calibri"/>
              </a:rPr>
              <a:t>echo "CURRENT_DIR variable in main script : $CURRENT_DIR after sourcing  bash_source.release.sh"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Subtitle 2"/>
          <p:cNvSpPr/>
          <p:nvPr/>
        </p:nvSpPr>
        <p:spPr>
          <a:xfrm>
            <a:off x="6136920" y="868320"/>
            <a:ext cx="5912280" cy="5748480"/>
          </a:xfrm>
          <a:prstGeom prst="rect">
            <a:avLst/>
          </a:prstGeom>
          <a:noFill/>
          <a:ln w="0">
            <a:solidFill>
              <a:srgbClr val="5b9bd5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81111"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#########################################################################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#################### EXPORT                     ########################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#########################################################################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MYVAR variable in export.release.sh : --  --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MYVAR variable in main script : VALUE1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#########################################################################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Now exporting MYVAR in main script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MYVAR variable in export.release.sh : -- VALUE1 --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#########################################################################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MYVAR variable in export.release.sh : -- VALUE1 --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MYVAR variable in main script : VALUE2 after sourcing  export.release.sh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#########################################################################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#################### BASH_SOURCE                 ########################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#########################################################################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CURRENT_DIR variable in main script : /home/mpekmezci/bash after sourcing  bash_source.release.sh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 type="ftr" idx="43"/>
          </p:nvPr>
        </p:nvSpPr>
        <p:spPr>
          <a:xfrm>
            <a:off x="0" y="6356520"/>
            <a:ext cx="121914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1" lang="en-US" sz="900" spc="-1" strike="noStrike">
                <a:solidFill>
                  <a:srgbClr val="bfbfbf"/>
                </a:solidFill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bfbfbf"/>
                </a:solidFill>
                <a:latin typeface="Arial"/>
              </a:rPr>
              <a:t>TASNİF DIŞI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 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142200" y="199080"/>
            <a:ext cx="11907360" cy="507240"/>
          </a:xfrm>
          <a:prstGeom prst="rect">
            <a:avLst/>
          </a:prstGeom>
          <a:noFill/>
          <a:ln w="0">
            <a:solidFill>
              <a:schemeClr val="accent1"/>
            </a:solidFill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chemeClr val="dk1"/>
                </a:solidFill>
                <a:latin typeface="Calibri Light"/>
              </a:rPr>
              <a:t>PARAMETERS / FUNCTIONS / IF / FIND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 type="subTitle"/>
          </p:nvPr>
        </p:nvSpPr>
        <p:spPr>
          <a:xfrm>
            <a:off x="142200" y="868320"/>
            <a:ext cx="5692320" cy="5748480"/>
          </a:xfrm>
          <a:prstGeom prst="rect">
            <a:avLst/>
          </a:prstGeom>
          <a:solidFill>
            <a:srgbClr val="000000"/>
          </a:solidFill>
          <a:ln w="0">
            <a:solidFill>
              <a:schemeClr val="accent1"/>
            </a:solidFill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#!/bin/bash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SCRIPT_NAME="$0"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function print_usage_and_exit {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   </a:t>
            </a: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tput setaf 1 ## RED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   </a:t>
            </a: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tput bold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   </a:t>
            </a: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"$1"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   </a:t>
            </a: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"Usage:  ${SCRIPT_NAME} &lt;dir&gt; &lt;expression&gt; [a|d|f|l] &lt;depth&gt;"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   </a:t>
            </a: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tput sgr0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   </a:t>
            </a: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exit 1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}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if [ $# -lt 2 ]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then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        </a:t>
            </a: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print_usage_and_exit "Wrong number of parameters :"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fi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DIR="$1"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EXPRESSION="$2"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TYPE="$3"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DEPTH="$4"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if [ ! -d $DIR ]; then print_usage_and_exit "Directory $DIR does not exist"; fi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if [ "$TYPE" != "" -a "$TYPE" != "a" -a "$TYPE" != "d"  -a "$TYPE" != "f"  -a "$TYPE" != "l" ]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then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        </a:t>
            </a: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print_usage_and_exit "Type can only be one of the a,d,f,l or no-parameter 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fi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DEPTH_FIND_ARGUMENT=""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if [ "$DEPTH" != "" ]; then DEPTH_FIND_ARGUMENT="-maxdepth $DEPTH"; fi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TYPE_FIND_ARGUMENT=""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if [ "$TYPE" != "" ]; then TYPE_FIND_ARGUMENT=" -type $TYPE"; fi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"find $DIR $DEPTH_FIND_ARGUMENT $TYPE_FIND_ARGUMENT -name $EXPRESSION"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find $DIR $DEPTH_FIND_ARGUMENT $TYPE_FIND_ARGUMENT -name "$EXPRESSION"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Subtitle 2"/>
          <p:cNvSpPr/>
          <p:nvPr/>
        </p:nvSpPr>
        <p:spPr>
          <a:xfrm>
            <a:off x="6136920" y="868320"/>
            <a:ext cx="5912280" cy="5748480"/>
          </a:xfrm>
          <a:prstGeom prst="rect">
            <a:avLst/>
          </a:prstGeom>
          <a:noFill/>
          <a:ln w="0">
            <a:solidFill>
              <a:srgbClr val="5b9bd5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1" lang="en-US" sz="1100" spc="-1" strike="noStrike">
                <a:solidFill>
                  <a:schemeClr val="dk1"/>
                </a:solidFill>
                <a:latin typeface="Calibri"/>
              </a:rPr>
              <a:t>[mpekmezci@dev-host-01 bash]$ chmod +x 01.command.line.parameters.sh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1" lang="en-US" sz="1100" spc="-1" strike="noStrike">
                <a:solidFill>
                  <a:schemeClr val="dk1"/>
                </a:solidFill>
                <a:latin typeface="Calibri"/>
              </a:rPr>
              <a:t>[mpekmezci@dev-host-01 bash]$ ./01.command.line.parameters.sh /var/tmp/mpekmezci/ </a:t>
            </a:r>
            <a:r>
              <a:rPr b="1" lang="en-US" sz="1100" spc="-1" strike="noStrike">
                <a:solidFill>
                  <a:srgbClr val="ff0000"/>
                </a:solidFill>
                <a:latin typeface="Calibri"/>
              </a:rPr>
              <a:t>*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find /var/tmp/mpekmezci/   -name 01.command.line.parameters.sh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1" lang="en-US" sz="1100" spc="-1" strike="noStrike">
                <a:solidFill>
                  <a:schemeClr val="dk1"/>
                </a:solidFill>
                <a:latin typeface="Calibri"/>
              </a:rPr>
              <a:t>[mpekmezci@dev-host-01 bash]$ ./01.command.line.parameters.sh /var/tmp/mpekmezci/ </a:t>
            </a:r>
            <a:r>
              <a:rPr b="1" lang="en-US" sz="1100" spc="-1" strike="noStrike">
                <a:solidFill>
                  <a:srgbClr val="ff0000"/>
                </a:solidFill>
                <a:latin typeface="Calibri"/>
              </a:rPr>
              <a:t>'*'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find /var/tmp/mpekmezci/   -name *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/var/tmp/mpekmezci/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/var/tmp/mpekmezci/dir1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/var/tmp/mpekmezci/dir1/file2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/var/tmp/mpekmezci/dir1/file1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/var/tmp/mpekmezci/link_to_dir1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1" lang="en-US" sz="1100" spc="-1" strike="noStrike">
                <a:solidFill>
                  <a:schemeClr val="dk1"/>
                </a:solidFill>
                <a:latin typeface="Calibri"/>
              </a:rPr>
              <a:t>[mpekmezci@dev-host-01 bash]$ ./01.command.line.parameters.sh /var/tmp/mpekmezci/ '*' d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find /var/tmp/mpekmezci/   -type d -name *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/var/tmp/mpekmezci/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/var/tmp/mpekmezci/dir1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1" lang="en-US" sz="1100" spc="-1" strike="noStrike">
                <a:solidFill>
                  <a:schemeClr val="dk1"/>
                </a:solidFill>
                <a:latin typeface="Calibri"/>
              </a:rPr>
              <a:t>[mpekmezci@dev-host-01 bash]$ ./01.command.line.parameters.sh /var/tmp/mpekmezci/ '*' d 1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find /var/tmp/mpekmezci/ -maxdepth 1  -type d -name *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/var/tmp/mpekmezci/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/var/tmp/mpekmezci/dir1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1" lang="en-US" sz="1100" spc="-1" strike="noStrike">
                <a:solidFill>
                  <a:schemeClr val="dk1"/>
                </a:solidFill>
                <a:latin typeface="Calibri"/>
              </a:rPr>
              <a:t>[mpekmezci@dev-host-01 bash]$ ./01.command.line.parameters.sh /var/tmp/mpekmezci/ '*' l 1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find /var/tmp/mpekmezci/ -maxdepth 1  -type l -name *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/var/tmp/mpekmezci/link_to_dir1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1" lang="en-US" sz="1100" spc="-1" strike="noStrike">
                <a:solidFill>
                  <a:schemeClr val="dk1"/>
                </a:solidFill>
                <a:latin typeface="Calibri"/>
              </a:rPr>
              <a:t>[mpekmezci@dev-host-01 bash]$ ./01.command.line.parameters.sh /var/tmp/mpekmezci/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rgbClr val="ff0000"/>
                </a:solidFill>
                <a:latin typeface="Calibri"/>
              </a:rPr>
              <a:t>Wrong number of parameters :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rgbClr val="ff0000"/>
                </a:solidFill>
                <a:latin typeface="Calibri"/>
              </a:rPr>
              <a:t>Usage:  ./01.command.line.parameters.sh &lt;dir&gt; &lt;expression&gt; [a|d|f|l] &lt;depth&gt;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1" lang="en-US" sz="1100" spc="-1" strike="noStrike">
                <a:solidFill>
                  <a:schemeClr val="dk1"/>
                </a:solidFill>
                <a:latin typeface="Calibri"/>
              </a:rPr>
              <a:t>[mpekmezci@dev-host-01 bash]$ ./01.command.line.parameters.sh /var/tmp/mpekmezci/ '*' z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rgbClr val="ff0000"/>
                </a:solidFill>
                <a:latin typeface="Calibri"/>
              </a:rPr>
              <a:t>Type can only be one of the a,d,f,l or no-parameter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rgbClr val="ff0000"/>
                </a:solidFill>
                <a:latin typeface="Calibri"/>
              </a:rPr>
              <a:t>Usage:  ./01.command.line.parameters.sh &lt;dir&gt; &lt;expression&gt; [a|d|f|l] &lt;depth&gt;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1" lang="en-US" sz="1100" spc="-1" strike="noStrike">
                <a:solidFill>
                  <a:schemeClr val="dk1"/>
                </a:solidFill>
                <a:latin typeface="Calibri"/>
              </a:rPr>
              <a:t>[mpekmezci@dev-host-01 bash]$ ./01.command.line.parameters.sh /var/tmp/mpekmezci1/ '*'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rgbClr val="ff0000"/>
                </a:solidFill>
                <a:latin typeface="Calibri"/>
              </a:rPr>
              <a:t>Directory /var/tmp/mpekmezci1/ does not exist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rgbClr val="ff0000"/>
                </a:solidFill>
                <a:latin typeface="Calibri"/>
              </a:rPr>
              <a:t>Usage:  ./01.command.line.parameters.sh &lt;dir&gt; &lt;expression&gt; [a|d|f|l] &lt;depth&gt;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1" lang="en-US" sz="1100" spc="-1" strike="noStrike">
                <a:solidFill>
                  <a:schemeClr val="dk1"/>
                </a:solidFill>
                <a:latin typeface="Calibri"/>
              </a:rPr>
              <a:t>[mpekmezci@dev-host-01 bash]$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5-Point Star 8"/>
          <p:cNvSpPr/>
          <p:nvPr/>
        </p:nvSpPr>
        <p:spPr>
          <a:xfrm>
            <a:off x="839160" y="868320"/>
            <a:ext cx="235080" cy="205560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rgbClr val="ff0000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33840" bIns="3384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1" name="5-Point Star 9"/>
          <p:cNvSpPr/>
          <p:nvPr/>
        </p:nvSpPr>
        <p:spPr>
          <a:xfrm>
            <a:off x="1415520" y="1143360"/>
            <a:ext cx="235080" cy="205560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rgbClr val="ff0000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33840" bIns="3384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2" name="5-Point Star 10"/>
          <p:cNvSpPr/>
          <p:nvPr/>
        </p:nvSpPr>
        <p:spPr>
          <a:xfrm>
            <a:off x="1351080" y="1703520"/>
            <a:ext cx="235080" cy="205560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rgbClr val="ff0000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33840" bIns="3384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3" name="Oval 12"/>
          <p:cNvSpPr/>
          <p:nvPr/>
        </p:nvSpPr>
        <p:spPr>
          <a:xfrm>
            <a:off x="358200" y="3027240"/>
            <a:ext cx="3138480" cy="4230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4" name="5-Point Star 13"/>
          <p:cNvSpPr/>
          <p:nvPr/>
        </p:nvSpPr>
        <p:spPr>
          <a:xfrm>
            <a:off x="1297800" y="3759480"/>
            <a:ext cx="235080" cy="205560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rgbClr val="ff0000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33840" bIns="3384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cxnSp>
        <p:nvCxnSpPr>
          <p:cNvPr id="85" name="Straight Connector 16"/>
          <p:cNvCxnSpPr/>
          <p:nvPr/>
        </p:nvCxnSpPr>
        <p:spPr>
          <a:xfrm flipV="1">
            <a:off x="565560" y="3862440"/>
            <a:ext cx="3149280" cy="455400"/>
          </a:xfrm>
          <a:prstGeom prst="straightConnector1">
            <a:avLst/>
          </a:prstGeom>
          <a:ln w="0">
            <a:solidFill>
              <a:srgbClr val="ff0000"/>
            </a:solidFill>
          </a:ln>
        </p:spPr>
      </p:cxnSp>
      <p:sp>
        <p:nvSpPr>
          <p:cNvPr id="86" name="TextBox 17"/>
          <p:cNvSpPr/>
          <p:nvPr/>
        </p:nvSpPr>
        <p:spPr>
          <a:xfrm>
            <a:off x="3732840" y="3583800"/>
            <a:ext cx="9986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accent1">
                    <a:lumMod val="75000"/>
                  </a:schemeClr>
                </a:solidFill>
                <a:latin typeface="Calibri"/>
              </a:rPr>
              <a:t>-d, -f, -e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87" name="Straight Connector 19"/>
          <p:cNvCxnSpPr/>
          <p:nvPr/>
        </p:nvCxnSpPr>
        <p:spPr>
          <a:xfrm flipV="1">
            <a:off x="3893040" y="4392720"/>
            <a:ext cx="717120" cy="302400"/>
          </a:xfrm>
          <a:prstGeom prst="straightConnector1">
            <a:avLst/>
          </a:prstGeom>
          <a:ln w="0">
            <a:solidFill>
              <a:srgbClr val="ff0000"/>
            </a:solidFill>
          </a:ln>
        </p:spPr>
      </p:cxnSp>
      <p:sp>
        <p:nvSpPr>
          <p:cNvPr id="88" name="TextBox 20"/>
          <p:cNvSpPr/>
          <p:nvPr/>
        </p:nvSpPr>
        <p:spPr>
          <a:xfrm>
            <a:off x="4656960" y="4185360"/>
            <a:ext cx="7250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accent1">
                    <a:lumMod val="75000"/>
                  </a:schemeClr>
                </a:solidFill>
                <a:latin typeface="Calibri"/>
              </a:rPr>
              <a:t>-a, -o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89" name="Straight Connector 22"/>
          <p:cNvCxnSpPr/>
          <p:nvPr/>
        </p:nvCxnSpPr>
        <p:spPr>
          <a:xfrm flipV="1">
            <a:off x="721080" y="2615760"/>
            <a:ext cx="2041560" cy="222120"/>
          </a:xfrm>
          <a:prstGeom prst="straightConnector1">
            <a:avLst/>
          </a:prstGeom>
          <a:ln w="0">
            <a:solidFill>
              <a:srgbClr val="ff0000"/>
            </a:solidFill>
          </a:ln>
        </p:spPr>
      </p:cxnSp>
      <p:sp>
        <p:nvSpPr>
          <p:cNvPr id="90" name="TextBox 23"/>
          <p:cNvSpPr/>
          <p:nvPr/>
        </p:nvSpPr>
        <p:spPr>
          <a:xfrm>
            <a:off x="2822760" y="2361960"/>
            <a:ext cx="20786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accent1">
                    <a:lumMod val="75000"/>
                  </a:schemeClr>
                </a:solidFill>
                <a:latin typeface="Calibri"/>
              </a:rPr>
              <a:t>-lt, -gt, -eq, -le, -ge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91" name="Straight Connector 26"/>
          <p:cNvCxnSpPr/>
          <p:nvPr/>
        </p:nvCxnSpPr>
        <p:spPr>
          <a:xfrm flipV="1">
            <a:off x="489960" y="2546640"/>
            <a:ext cx="585360" cy="291240"/>
          </a:xfrm>
          <a:prstGeom prst="straightConnector1">
            <a:avLst/>
          </a:prstGeom>
          <a:ln w="0">
            <a:solidFill>
              <a:srgbClr val="ff0000"/>
            </a:solidFill>
          </a:ln>
        </p:spPr>
      </p:cxnSp>
      <p:sp>
        <p:nvSpPr>
          <p:cNvPr id="92" name="TextBox 27"/>
          <p:cNvSpPr/>
          <p:nvPr/>
        </p:nvSpPr>
        <p:spPr>
          <a:xfrm>
            <a:off x="956880" y="2258640"/>
            <a:ext cx="20786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accent1">
                    <a:lumMod val="75000"/>
                  </a:schemeClr>
                </a:solidFill>
                <a:latin typeface="Calibri"/>
              </a:rPr>
              <a:t>$#, $?, $!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ftr" idx="44"/>
          </p:nvPr>
        </p:nvSpPr>
        <p:spPr>
          <a:xfrm>
            <a:off x="0" y="6356520"/>
            <a:ext cx="121914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1" lang="en-US" sz="900" spc="-1" strike="noStrike">
                <a:solidFill>
                  <a:srgbClr val="bfbfbf"/>
                </a:solidFill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bfbfbf"/>
                </a:solidFill>
                <a:latin typeface="Arial"/>
              </a:rPr>
              <a:t>TASNİF DIŞI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 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142200" y="199080"/>
            <a:ext cx="11907360" cy="507240"/>
          </a:xfrm>
          <a:prstGeom prst="rect">
            <a:avLst/>
          </a:prstGeom>
          <a:noFill/>
          <a:ln w="0">
            <a:solidFill>
              <a:schemeClr val="accent1"/>
            </a:solidFill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chemeClr val="dk1"/>
                </a:solidFill>
                <a:latin typeface="Calibri Light"/>
              </a:rPr>
              <a:t>ASSIGN / TR / IFS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42200" y="868320"/>
            <a:ext cx="5692320" cy="5748480"/>
          </a:xfrm>
          <a:prstGeom prst="rect">
            <a:avLst/>
          </a:prstGeom>
          <a:solidFill>
            <a:srgbClr val="000000"/>
          </a:solidFill>
          <a:ln w="0">
            <a:solidFill>
              <a:schemeClr val="accent1"/>
            </a:solidFill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#!/bin/bash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"#########################################################################"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"##### ASSIGN OUTPUT OF A COMMAND TO A VARIABLE ##########################"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"#########################################################################"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""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hostname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HOSTTYPE=$(hostname| cut -d- -f1)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if [ "$HOSTTYPE" == "dev" ]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then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        </a:t>
            </a: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"This is a development host"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fi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""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"#########################################################################"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"############################# TR COMMAND USAGE ##########################"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"#########################################################################"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""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export LD_LIBRARY_PATH=$LD_LIBRARY_PATH:/opt/eclipse/lib:/opt/havelsan/lib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$LD_LIBRARY_PATH | tr ':' '\n'| grep havelsan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""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"#########################################################################"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"############################# IFS VARIABLE USAGE ##########################"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"#########################################################################"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""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" word1 word1.1 word1.2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word2.1 word2.2 word2.3" &gt; /var/tmp/file1.txt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for i in $(cat /var/tmp/file1.txt); do echo $i; done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OLDIFS=$IFS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IFS="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for i in $(cat /var/tmp/file1.txt); do echo $i; done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IFS=$OLDIFS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Subtitle 2"/>
          <p:cNvSpPr/>
          <p:nvPr/>
        </p:nvSpPr>
        <p:spPr>
          <a:xfrm>
            <a:off x="6136920" y="868320"/>
            <a:ext cx="5912280" cy="5748480"/>
          </a:xfrm>
          <a:prstGeom prst="rect">
            <a:avLst/>
          </a:prstGeom>
          <a:noFill/>
          <a:ln w="0">
            <a:solidFill>
              <a:srgbClr val="5b9bd5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#########################################################################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##### ASSIGN OUTPUT OF A COMMAND TO A VARIABLE ##########################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#########################################################################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dev-host-01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This is a development host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#########################################################################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############################# TR COMMAND USAGE ##########################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#########################################################################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/opt/havelsan/jdk11/jdk-11.0.9/lib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/opt/havelsan/lib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#########################################################################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############################# IFS VARIABLE USAGE ##########################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#########################################################################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word1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word1.1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word1.2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word2.1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word2.2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word2.3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word1 word1.1 word1.2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word2.1 word2.2 word2.3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97" name="Straight Connector 15"/>
          <p:cNvCxnSpPr/>
          <p:nvPr/>
        </p:nvCxnSpPr>
        <p:spPr>
          <a:xfrm>
            <a:off x="816480" y="1953000"/>
            <a:ext cx="169560" cy="720"/>
          </a:xfrm>
          <a:prstGeom prst="straightConnector1">
            <a:avLst/>
          </a:prstGeom>
          <a:ln w="31750">
            <a:solidFill>
              <a:srgbClr val="ff0000"/>
            </a:solidFill>
            <a:round/>
          </a:ln>
        </p:spPr>
      </p:cxnSp>
      <p:sp>
        <p:nvSpPr>
          <p:cNvPr id="98" name="PlaceHolder 3"/>
          <p:cNvSpPr>
            <a:spLocks noGrp="1"/>
          </p:cNvSpPr>
          <p:nvPr>
            <p:ph type="ftr" idx="45"/>
          </p:nvPr>
        </p:nvSpPr>
        <p:spPr>
          <a:xfrm>
            <a:off x="0" y="6356520"/>
            <a:ext cx="121914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1" lang="en-US" sz="900" spc="-1" strike="noStrike">
                <a:solidFill>
                  <a:srgbClr val="bfbfbf"/>
                </a:solidFill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bfbfbf"/>
                </a:solidFill>
                <a:latin typeface="Arial"/>
              </a:rPr>
              <a:t>TASNİF DIŞI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 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142200" y="199080"/>
            <a:ext cx="11907360" cy="507240"/>
          </a:xfrm>
          <a:prstGeom prst="rect">
            <a:avLst/>
          </a:prstGeom>
          <a:noFill/>
          <a:ln w="0">
            <a:solidFill>
              <a:schemeClr val="accent1"/>
            </a:solidFill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chemeClr val="dk1"/>
                </a:solidFill>
                <a:latin typeface="Calibri Light"/>
              </a:rPr>
              <a:t>AWK /  CUT / SED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subTitle"/>
          </p:nvPr>
        </p:nvSpPr>
        <p:spPr>
          <a:xfrm>
            <a:off x="142200" y="868320"/>
            <a:ext cx="5692320" cy="5748480"/>
          </a:xfrm>
          <a:prstGeom prst="rect">
            <a:avLst/>
          </a:prstGeom>
          <a:solidFill>
            <a:srgbClr val="000000"/>
          </a:solidFill>
          <a:ln w="0">
            <a:solidFill>
              <a:schemeClr val="accent1"/>
            </a:solidFill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#!/bin/bash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""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"#########################################################################"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"############################# AWK USAGE ##########################"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"#########################################################################"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""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ls -l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""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ls -l | awk '{print $1"-"$9}'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""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ls -l |grep -v total |  awk '{print $1"-"$9}'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""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"#########################################################################"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"############################# CUT USAGE ##########################"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"#########################################################################"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""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$PATH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$PATH| cut -d: -f1,2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"project-platform" | cut -d- -f2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""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"#########################################################################"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"############################# SED USAGE ##########################"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"#########################################################################"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""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"mykey=myvalue"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"mykey=myvalue" | sed -e 's/.*=//'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"mykey=myvalue" | sed -e 's/=/:/'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"mykey=myvalue" &gt; /var/tmp/temp1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cat /var/tmp/temp1 | sed -e 's/=/:/' &gt;  /var/tmp/temp2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cat /var/tmp/temp2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Subtitle 2"/>
          <p:cNvSpPr/>
          <p:nvPr/>
        </p:nvSpPr>
        <p:spPr>
          <a:xfrm>
            <a:off x="6136920" y="868320"/>
            <a:ext cx="5912280" cy="5748480"/>
          </a:xfrm>
          <a:prstGeom prst="rect">
            <a:avLst/>
          </a:prstGeom>
          <a:noFill/>
          <a:ln w="0">
            <a:solidFill>
              <a:srgbClr val="5b9bd5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96666"/>
          </a:bodyPr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#########################################################################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############################# AWK USAGE ##########################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#########################################################################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total 12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-rwxr-xr-x. 1 mpekmezci admin  925 May 12 15:44 01.command.line.parameters.sh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-rwxr-xr-x. 1 mpekmezci admin 1242 May 23 09:16 02.assign.tr.ifs.sh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-rwxr-xr-x. 1 mpekmezci admin 1160 May 23 09:23 03.awk.cut.sed.sh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total-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-rwxr-xr-x.-01.command.line.parameters.sh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-rwxr-xr-x.-02.assign.tr.ifs.sh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-rwxr-xr-x.-03.awk.cut.sed.sh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-rwxr-xr-x.-01.command.line.parameters.sh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-rwxr-xr-x.-02.assign.tr.ifs.sh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-rwxr-xr-x.-03.awk.cut.sed.sh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#########################################################################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############################# CUT USAGE ##########################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#########################################################################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1" lang="en-US" sz="1000" spc="-1" strike="noStrike">
                <a:solidFill>
                  <a:schemeClr val="dk1"/>
                </a:solidFill>
                <a:latin typeface="Calibri"/>
              </a:rPr>
              <a:t>/home/mpekmezci/.local/bin:/home/mpekmezci/bin:/opt/havelsan/jdk11/jdk-11.0.9/bin:/opt/havelsan/eclipse:/opt/gradle/gradle-7.4.2/bin:/opt/eclipse/eclipse:/usr/local/bin:/usr/bin:/usr/local/sbin:/usr/sbin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/home/mpekmezci/.local/bin:/home/mpekmezci/bin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platform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#########################################################################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############################# SED USAGE ##########################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#########################################################################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mykey=myvalue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myvalue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mykey:myvalue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mykey:myvalue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ftr" idx="46"/>
          </p:nvPr>
        </p:nvSpPr>
        <p:spPr>
          <a:xfrm>
            <a:off x="0" y="6356520"/>
            <a:ext cx="121914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1" lang="en-US" sz="900" spc="-1" strike="noStrike">
                <a:solidFill>
                  <a:srgbClr val="bfbfbf"/>
                </a:solidFill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bfbfbf"/>
                </a:solidFill>
                <a:latin typeface="Arial"/>
              </a:rPr>
              <a:t>TASNİF DIŞI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 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142200" y="199080"/>
            <a:ext cx="11907360" cy="507240"/>
          </a:xfrm>
          <a:prstGeom prst="rect">
            <a:avLst/>
          </a:prstGeom>
          <a:noFill/>
          <a:ln w="0">
            <a:solidFill>
              <a:schemeClr val="accent1"/>
            </a:solidFill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chemeClr val="dk1"/>
                </a:solidFill>
                <a:latin typeface="Calibri Light"/>
              </a:rPr>
              <a:t>TIMESTAMP /  LOGGING / STDOUT / STDERR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 type="subTitle"/>
          </p:nvPr>
        </p:nvSpPr>
        <p:spPr>
          <a:xfrm>
            <a:off x="142200" y="868320"/>
            <a:ext cx="5692320" cy="5748480"/>
          </a:xfrm>
          <a:prstGeom prst="rect">
            <a:avLst/>
          </a:prstGeom>
          <a:solidFill>
            <a:srgbClr val="000000"/>
          </a:solidFill>
          <a:ln w="0">
            <a:solidFill>
              <a:schemeClr val="accent1"/>
            </a:solidFill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#!/bin/bash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""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"#########################################################################"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"############################# TIMESTAMP AND LOGGING USAGE ###############"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"#########################################################################"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""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TIMESTAMP=$(date '+%Y%m%d%H%M%S')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$TIMESTAMP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(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 </a:t>
            </a: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hostname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) &gt;&amp; /var/tmp/mylog.$TIMESTAMP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(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 </a:t>
            </a: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hostname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) 1&gt; /var/tmp/stdout.log.$TIMESTAMP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(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 </a:t>
            </a: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hostname1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) 2&gt; /var/tmp/stderr.log.$TIMESTAMP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for i in  /var/tmp/*.$TIMESTAMP; do    echo ""; echo ""; echo "File :$i";echo "Content:";    cat $i; done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Subtitle 2"/>
          <p:cNvSpPr/>
          <p:nvPr/>
        </p:nvSpPr>
        <p:spPr>
          <a:xfrm>
            <a:off x="6136920" y="868320"/>
            <a:ext cx="5912280" cy="5748480"/>
          </a:xfrm>
          <a:prstGeom prst="rect">
            <a:avLst/>
          </a:prstGeom>
          <a:noFill/>
          <a:ln w="0">
            <a:solidFill>
              <a:srgbClr val="5b9bd5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#########################################################################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############################# TIMESTAMP AND LOGGING USAGE ###############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#########################################################################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20220523112127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File :/var/tmp/mylog.20220523112127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Content: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dev-host-01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File :/var/tmp/stderr.log.20220523112127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Content: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./04.timestamp.logging.for.sh: line 19: hostname1: command not found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File :/var/tmp/stdout.log.20220523112127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Content: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dev-host-01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 type="ftr" idx="47"/>
          </p:nvPr>
        </p:nvSpPr>
        <p:spPr>
          <a:xfrm>
            <a:off x="0" y="6356520"/>
            <a:ext cx="121914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1" lang="en-US" sz="900" spc="-1" strike="noStrike">
                <a:solidFill>
                  <a:srgbClr val="bfbfbf"/>
                </a:solidFill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bfbfbf"/>
                </a:solidFill>
                <a:latin typeface="Arial"/>
              </a:rPr>
              <a:t>TASNİF DIŞI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 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142200" y="199080"/>
            <a:ext cx="11907360" cy="507240"/>
          </a:xfrm>
          <a:prstGeom prst="rect">
            <a:avLst/>
          </a:prstGeom>
          <a:noFill/>
          <a:ln w="0">
            <a:solidFill>
              <a:schemeClr val="accent1"/>
            </a:solidFill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chemeClr val="dk1"/>
                </a:solidFill>
                <a:latin typeface="Calibri Light"/>
              </a:rPr>
              <a:t>FOR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 type="subTitle"/>
          </p:nvPr>
        </p:nvSpPr>
        <p:spPr>
          <a:xfrm>
            <a:off x="142200" y="868320"/>
            <a:ext cx="5692320" cy="5748480"/>
          </a:xfrm>
          <a:prstGeom prst="rect">
            <a:avLst/>
          </a:prstGeom>
          <a:solidFill>
            <a:srgbClr val="000000"/>
          </a:solidFill>
          <a:ln w="0">
            <a:solidFill>
              <a:schemeClr val="accent1"/>
            </a:solidFill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#!/bin/bash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""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"#########################################################################"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"############################# FOR USAGE 1 ##########################"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"#########################################################################"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""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MAX=4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for((i=0;i&lt;$MAX;i=i+1)); do echo $i; done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""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"#########################################################################"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"############################# FOR USAGE 2 ##########################"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"#########################################################################"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""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touch /var/tmp/testfile1.txt  /var/tmp/testfile2.txt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for myfile in /var/tmp/*.txt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do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   </a:t>
            </a: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"Txt file name is $myfile"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done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"#########################################################################"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"############################# FOR USAGE 3 ##########################"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"#########################################################################"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""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"machine1:type1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machine2:type2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machine3:type1" &gt;  nodes.txt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for line in $(cat nodes.txt)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do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        </a:t>
            </a: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machine=$(echo $line | cut -d\# -f1)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        </a:t>
            </a: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mtype=$(echo $line | cut -d\# -f2)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        </a:t>
            </a: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"Machine name is $machine which is of type $mtype 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done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Subtitle 2"/>
          <p:cNvSpPr/>
          <p:nvPr/>
        </p:nvSpPr>
        <p:spPr>
          <a:xfrm>
            <a:off x="6136920" y="868320"/>
            <a:ext cx="5912280" cy="5748480"/>
          </a:xfrm>
          <a:prstGeom prst="rect">
            <a:avLst/>
          </a:prstGeom>
          <a:noFill/>
          <a:ln w="0">
            <a:solidFill>
              <a:srgbClr val="5b9bd5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#########################################################################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############################# FOR USAGE 1 ##########################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#########################################################################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0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1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2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3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#########################################################################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############################# FOR USAGE 2 ##########################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#########################################################################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Txt file name is /var/tmp/file1.txt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Txt file name is /var/tmp/testfile1.txt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Txt file name is /var/tmp/testfile2.txt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#########################################################################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############################# FOR USAGE 3 ##########################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#########################################################################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Machine name is machine1:type1 which is of type machine1:type1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Machine name is machine2:type2 which is of type machine2:type2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Machine name is machine3:type1 which is of type machine3:type1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 type="ftr" idx="48"/>
          </p:nvPr>
        </p:nvSpPr>
        <p:spPr>
          <a:xfrm>
            <a:off x="0" y="6356520"/>
            <a:ext cx="121914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1" lang="en-US" sz="900" spc="-1" strike="noStrike">
                <a:solidFill>
                  <a:srgbClr val="bfbfbf"/>
                </a:solidFill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bfbfbf"/>
                </a:solidFill>
                <a:latin typeface="Arial"/>
              </a:rPr>
              <a:t>TASNİF DIŞI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 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142200" y="199080"/>
            <a:ext cx="11907360" cy="507240"/>
          </a:xfrm>
          <a:prstGeom prst="rect">
            <a:avLst/>
          </a:prstGeom>
          <a:noFill/>
          <a:ln w="0">
            <a:solidFill>
              <a:schemeClr val="accent1"/>
            </a:solidFill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chemeClr val="dk1"/>
                </a:solidFill>
                <a:latin typeface="Calibri Light"/>
              </a:rPr>
              <a:t>SSH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 type="subTitle"/>
          </p:nvPr>
        </p:nvSpPr>
        <p:spPr>
          <a:xfrm>
            <a:off x="142200" y="868320"/>
            <a:ext cx="5692320" cy="5748480"/>
          </a:xfrm>
          <a:prstGeom prst="rect">
            <a:avLst/>
          </a:prstGeom>
          <a:solidFill>
            <a:srgbClr val="000000"/>
          </a:solidFill>
          <a:ln w="0">
            <a:solidFill>
              <a:schemeClr val="accent1"/>
            </a:solidFill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#!/bin/bash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""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"#########################################################################"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"############################# SSH KEYGEN       ##########################"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"#########################################################################"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""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ssh-keygen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""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"#########################################################################"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"############################# SSH KEY DISTRIBUTE ########################"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"#########################################################################"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""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"dev-host-02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dev-host-03" &gt;  nodes.txt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for node in $(cat nodes.txt)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do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    </a:t>
            </a: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cat ~/.ssh/id_rsa.pub | ssh mpekmezci@$node "mkdir -p ~/.ssh &amp;&amp; cat &gt;&gt; ~/.ssh/authorized_keys"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done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for node in $(cat nodes.txt)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do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    </a:t>
            </a: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ssh mpekmezci@$node "hostname"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done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" name="Subtitle 2"/>
          <p:cNvSpPr/>
          <p:nvPr/>
        </p:nvSpPr>
        <p:spPr>
          <a:xfrm>
            <a:off x="6136920" y="868320"/>
            <a:ext cx="5912280" cy="5748480"/>
          </a:xfrm>
          <a:prstGeom prst="rect">
            <a:avLst/>
          </a:prstGeom>
          <a:noFill/>
          <a:ln w="0">
            <a:solidFill>
              <a:srgbClr val="5b9bd5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#########################################################################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############################# SSH KEYGEN       ##########################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#########################################################################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Generating public/private rsa key pair.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Enter file in which to save the key (/home/mpekmezci/.ssh/id_rsa):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/home/mpekmezci/.ssh/id_rsa already exists.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Overwrite (y/n)?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#########################################################################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############################# SSH KEY DISTRIBUTE ########################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#########################################################################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mpekmezci@dev-host-02's password: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mpekmezci@dev-host-03’s password: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dev-host-02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dev-host-03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PlaceHolder 3"/>
          <p:cNvSpPr>
            <a:spLocks noGrp="1"/>
          </p:cNvSpPr>
          <p:nvPr>
            <p:ph type="ftr" idx="49"/>
          </p:nvPr>
        </p:nvSpPr>
        <p:spPr>
          <a:xfrm>
            <a:off x="0" y="6356520"/>
            <a:ext cx="121914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1" lang="en-US" sz="900" spc="-1" strike="noStrike">
                <a:solidFill>
                  <a:srgbClr val="bfbfbf"/>
                </a:solidFill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bfbfbf"/>
                </a:solidFill>
                <a:latin typeface="Arial"/>
              </a:rPr>
              <a:t>TASNİF DIŞI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 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142200" y="199080"/>
            <a:ext cx="11907360" cy="507240"/>
          </a:xfrm>
          <a:prstGeom prst="rect">
            <a:avLst/>
          </a:prstGeom>
          <a:noFill/>
          <a:ln w="0">
            <a:solidFill>
              <a:schemeClr val="accent1"/>
            </a:solidFill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chemeClr val="dk1"/>
                </a:solidFill>
                <a:latin typeface="Calibri Light"/>
              </a:rPr>
              <a:t>FIND AND REPLACE BATCH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 type="subTitle"/>
          </p:nvPr>
        </p:nvSpPr>
        <p:spPr>
          <a:xfrm>
            <a:off x="142200" y="868320"/>
            <a:ext cx="5692320" cy="5748480"/>
          </a:xfrm>
          <a:prstGeom prst="rect">
            <a:avLst/>
          </a:prstGeom>
          <a:solidFill>
            <a:srgbClr val="000000"/>
          </a:solidFill>
          <a:ln w="0">
            <a:solidFill>
              <a:schemeClr val="accent1"/>
            </a:solidFill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chemeClr val="lt1"/>
                </a:solidFill>
                <a:latin typeface="Calibri"/>
              </a:rPr>
              <a:t>#!/bin/bash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chemeClr val="lt1"/>
                </a:solidFill>
                <a:latin typeface="Calibri"/>
              </a:rPr>
              <a:t>echo ""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chemeClr val="lt1"/>
                </a:solidFill>
                <a:latin typeface="Calibri"/>
              </a:rPr>
              <a:t>echo "#########################################################################"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chemeClr val="lt1"/>
                </a:solidFill>
                <a:latin typeface="Calibri"/>
              </a:rPr>
              <a:t>echo "#################### FIND AND REPLACE          ##########################"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chemeClr val="lt1"/>
                </a:solidFill>
                <a:latin typeface="Calibri"/>
              </a:rPr>
              <a:t>echo "#########################################################################"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chemeClr val="lt1"/>
                </a:solidFill>
                <a:latin typeface="Calibri"/>
              </a:rPr>
              <a:t>echo ""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chemeClr val="lt1"/>
                </a:solidFill>
                <a:latin typeface="Calibri"/>
              </a:rPr>
              <a:t>find /var/tmp/eclipse/ -type f -name 'license.*'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chemeClr val="lt1"/>
                </a:solidFill>
                <a:latin typeface="Calibri"/>
              </a:rPr>
              <a:t>echo ""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chemeClr val="lt1"/>
                </a:solidFill>
                <a:latin typeface="Calibri"/>
              </a:rPr>
              <a:t>echo "#########################################################################"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chemeClr val="lt1"/>
                </a:solidFill>
                <a:latin typeface="Calibri"/>
              </a:rPr>
              <a:t>echo ""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chemeClr val="lt1"/>
                </a:solidFill>
                <a:latin typeface="Calibri"/>
              </a:rPr>
              <a:t>find /var/tmp/eclipse/ -type f -name 'license.*' | xargs  grep equinox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chemeClr val="lt1"/>
                </a:solidFill>
                <a:latin typeface="Calibri"/>
              </a:rPr>
              <a:t>echo ""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chemeClr val="lt1"/>
                </a:solidFill>
                <a:latin typeface="Calibri"/>
              </a:rPr>
              <a:t>echo "#########################################################################"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chemeClr val="lt1"/>
                </a:solidFill>
                <a:latin typeface="Calibri"/>
              </a:rPr>
              <a:t>echo ""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chemeClr val="lt1"/>
                </a:solidFill>
                <a:latin typeface="Calibri"/>
              </a:rPr>
              <a:t>find /var/tmp/eclipse/ -type f -name 'license.*' | xargs  grep equinox | cut -d: -f1| sort|uniq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chemeClr val="lt1"/>
                </a:solidFill>
                <a:latin typeface="Calibri"/>
              </a:rPr>
              <a:t>echo ""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chemeClr val="lt1"/>
                </a:solidFill>
                <a:latin typeface="Calibri"/>
              </a:rPr>
              <a:t>echo "#########################################################################"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chemeClr val="lt1"/>
                </a:solidFill>
                <a:latin typeface="Calibri"/>
              </a:rPr>
              <a:t>echo ""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chemeClr val="lt1"/>
                </a:solidFill>
                <a:latin typeface="Calibri"/>
              </a:rPr>
              <a:t>file=$(find /var/tmp/eclipse/ -type f -name 'license.*' | xargs  grep equinox | cut -d: -f1| sort|uniq| head -1)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chemeClr val="lt1"/>
                </a:solidFill>
                <a:latin typeface="Calibri"/>
              </a:rPr>
              <a:t>grep equinox $file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chemeClr val="lt1"/>
                </a:solidFill>
                <a:latin typeface="Calibri"/>
              </a:rPr>
              <a:t>echo ""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chemeClr val="lt1"/>
                </a:solidFill>
                <a:latin typeface="Calibri"/>
              </a:rPr>
              <a:t>echo "#########################################################################"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chemeClr val="lt1"/>
                </a:solidFill>
                <a:latin typeface="Calibri"/>
              </a:rPr>
              <a:t>echo ""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chemeClr val="lt1"/>
                </a:solidFill>
                <a:latin typeface="Calibri"/>
              </a:rPr>
              <a:t>i=0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chemeClr val="lt1"/>
                </a:solidFill>
                <a:latin typeface="Calibri"/>
              </a:rPr>
              <a:t>for file in $(find /var/tmp/eclipse/ -type f -name 'license.*' | xargs  grep equinox | cut -d: -f1| sort|uniq)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chemeClr val="lt1"/>
                </a:solidFill>
                <a:latin typeface="Calibri"/>
              </a:rPr>
              <a:t>do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chemeClr val="lt1"/>
                </a:solidFill>
                <a:latin typeface="Calibri"/>
              </a:rPr>
              <a:t>    </a:t>
            </a:r>
            <a:r>
              <a:rPr b="0" lang="en-US" sz="900" spc="-1" strike="noStrike">
                <a:solidFill>
                  <a:schemeClr val="lt1"/>
                </a:solidFill>
                <a:latin typeface="Calibri"/>
              </a:rPr>
              <a:t>perl -pi -e "s/equinox/equinox$i/" $file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chemeClr val="lt1"/>
                </a:solidFill>
                <a:latin typeface="Calibri"/>
              </a:rPr>
              <a:t>    </a:t>
            </a:r>
            <a:r>
              <a:rPr b="0" lang="en-US" sz="900" spc="-1" strike="noStrike">
                <a:solidFill>
                  <a:schemeClr val="lt1"/>
                </a:solidFill>
                <a:latin typeface="Calibri"/>
              </a:rPr>
              <a:t>((i=i+1))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chemeClr val="lt1"/>
                </a:solidFill>
                <a:latin typeface="Calibri"/>
              </a:rPr>
              <a:t>    </a:t>
            </a:r>
            <a:r>
              <a:rPr b="0" lang="en-US" sz="900" spc="-1" strike="noStrike">
                <a:solidFill>
                  <a:schemeClr val="lt1"/>
                </a:solidFill>
                <a:latin typeface="Calibri"/>
              </a:rPr>
              <a:t>grep equinox $file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chemeClr val="lt1"/>
                </a:solidFill>
                <a:latin typeface="Calibri"/>
              </a:rPr>
              <a:t>done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" name="Subtitle 2"/>
          <p:cNvSpPr/>
          <p:nvPr/>
        </p:nvSpPr>
        <p:spPr>
          <a:xfrm>
            <a:off x="6136920" y="868320"/>
            <a:ext cx="5912280" cy="5748480"/>
          </a:xfrm>
          <a:prstGeom prst="rect">
            <a:avLst/>
          </a:prstGeom>
          <a:noFill/>
          <a:ln w="0">
            <a:solidFill>
              <a:srgbClr val="5b9bd5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75000" lnSpcReduction="10000"/>
          </a:bodyPr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#########################################################################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#################### FIND AND REPLACE          ##########################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#########################################################################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/var/tmp/eclipse/org.eclipse.equinox.p2.discovery.feature_1.2.700.v20200705-1016/license.html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/var/tmp/eclipse/org.eclipse.equinox.p2.core.feature_1.6.700.v20200813-0739/license.html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/var/tmp/eclipse/org.eclipse.equinox.p2.user.ui_2.4.900.v20200828-0839/license.html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/var/tmp/eclipse/org.eclipse.equinox.p2.rcp.feature_1.4.900.v20200813-0739/license.html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/var/tmp/eclipse/org.eclipse.equinox.p2.extras.feature_1.4.900.v20200828-0839/license.html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#########################################################################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/var/tmp/eclipse/org.eclipse.equinox.p2.discovery.feature_1.2.700.v20200705-1016/license.html:                  href="http://eclipse.org/equinox/p2/repository_packaging.html"&gt;http://eclipse.org/equinox/p2/repository_packaging.html&lt;/a&gt;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/var/tmp/eclipse/org.eclipse.equinox.p2.core.feature_1.6.700.v20200813-0739/license.html:                       href="http://eclipse.org/equinox/p2/repository_packaging.html"&gt;http://eclipse.org/equinox/p2/repository_packaging.html&lt;/a&gt;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/var/tmp/eclipse/org.eclipse.equinox.p2.user.ui_2.4.900.v20200828-0839/license.html:                    href="http://eclipse.org/equinox/p2/repository_packaging.html"&gt;http://eclipse.org/equinox/p2/repository_packaging.html&lt;/a&gt;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/var/tmp/eclipse/org.eclipse.equinox.p2.rcp.feature_1.4.900.v20200813-0739/license.html:                        href="http://eclipse.org/equinox/p2/repository_packaging.html"&gt;http://eclipse.org/equinox/p2/repository_packaging.html&lt;/a&gt;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/var/tmp/eclipse/org.eclipse.equinox.p2.extras.feature_1.4.900.v20200828-0839/license.html:                     href="http://eclipse.org/equinox/p2/repository_packaging.html"&gt;http://eclipse.org/equinox/p2/repository_packaging.html&lt;/a&gt;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#########################################################################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/var/tmp/eclipse/org.eclipse.equinox.p2.core.feature_1.6.700.v20200813-0739/license.html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/var/tmp/eclipse/org.eclipse.equinox.p2.discovery.feature_1.2.700.v20200705-1016/license.html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/var/tmp/eclipse/org.eclipse.equinox.p2.extras.feature_1.4.900.v20200828-0839/license.html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/var/tmp/eclipse/org.eclipse.equinox.p2.rcp.feature_1.4.900.v20200813-0739/license.html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/var/tmp/eclipse/org.eclipse.equinox.p2.user.ui_2.4.900.v20200828-0839/license.html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#########################################################################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                        </a:t>
            </a: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href="http://eclipse.org/equinox/p2/repository_packaging.html"&gt;http://eclipse.org/equinox/p2/repository_packaging.html&lt;/a&gt;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#########################################################################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                        </a:t>
            </a: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href="http://eclipse.org/equinox0/p2/repository_packaging.html"&gt;http://eclipse.org/equinox/p2/repository_packaging.html&lt;/a&gt;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                        </a:t>
            </a: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href="http://eclipse.org/equinox1/p2/repository_packaging.html"&gt;http://eclipse.org/equinox/p2/repository_packaging.html&lt;/a&gt;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                        </a:t>
            </a: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href="http://eclipse.org/equinox2/p2/repository_packaging.html"&gt;http://eclipse.org/equinox/p2/repository_packaging.html&lt;/a&gt;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                        </a:t>
            </a: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href="http://eclipse.org/equinox3/p2/repository_packaging.html"&gt;http://eclipse.org/equinox/p2/repository_packaging.html&lt;/a&gt;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                        </a:t>
            </a: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href="http://eclipse.org/equinox4/p2/repository_packaging.html"&gt;http://eclipse.org/equinox/p2/repository_packaging.html&lt;/a&gt;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18" name="Straight Connector 8"/>
          <p:cNvCxnSpPr/>
          <p:nvPr/>
        </p:nvCxnSpPr>
        <p:spPr>
          <a:xfrm>
            <a:off x="1894680" y="4665960"/>
            <a:ext cx="669960" cy="481680"/>
          </a:xfrm>
          <a:prstGeom prst="straightConnector1">
            <a:avLst/>
          </a:prstGeom>
          <a:ln w="22225">
            <a:solidFill>
              <a:srgbClr val="ff0000"/>
            </a:solidFill>
            <a:round/>
            <a:headEnd len="med" type="triangle" w="med"/>
          </a:ln>
        </p:spPr>
      </p:cxnSp>
      <p:cxnSp>
        <p:nvCxnSpPr>
          <p:cNvPr id="119" name="Straight Connector 10"/>
          <p:cNvCxnSpPr/>
          <p:nvPr/>
        </p:nvCxnSpPr>
        <p:spPr>
          <a:xfrm>
            <a:off x="3195360" y="4425840"/>
            <a:ext cx="670320" cy="481320"/>
          </a:xfrm>
          <a:prstGeom prst="straightConnector1">
            <a:avLst/>
          </a:prstGeom>
          <a:ln w="22225">
            <a:solidFill>
              <a:srgbClr val="ff0000"/>
            </a:solidFill>
            <a:round/>
            <a:headEnd len="med" type="triangle" w="med"/>
          </a:ln>
        </p:spPr>
      </p:cxnSp>
      <p:cxnSp>
        <p:nvCxnSpPr>
          <p:cNvPr id="120" name="Straight Connector 11"/>
          <p:cNvCxnSpPr/>
          <p:nvPr/>
        </p:nvCxnSpPr>
        <p:spPr>
          <a:xfrm>
            <a:off x="730440" y="4799520"/>
            <a:ext cx="669960" cy="481680"/>
          </a:xfrm>
          <a:prstGeom prst="straightConnector1">
            <a:avLst/>
          </a:prstGeom>
          <a:ln w="22225">
            <a:solidFill>
              <a:srgbClr val="ff0000"/>
            </a:solidFill>
            <a:round/>
            <a:headEnd len="med" type="triangle" w="med"/>
          </a:ln>
        </p:spPr>
      </p:cxnSp>
      <p:cxnSp>
        <p:nvCxnSpPr>
          <p:cNvPr id="121" name="Straight Connector 12"/>
          <p:cNvCxnSpPr/>
          <p:nvPr/>
        </p:nvCxnSpPr>
        <p:spPr>
          <a:xfrm>
            <a:off x="4316760" y="4467960"/>
            <a:ext cx="669960" cy="481680"/>
          </a:xfrm>
          <a:prstGeom prst="straightConnector1">
            <a:avLst/>
          </a:prstGeom>
          <a:ln w="22225">
            <a:solidFill>
              <a:srgbClr val="ff0000"/>
            </a:solidFill>
            <a:round/>
            <a:headEnd len="med" type="triangle" w="med"/>
          </a:ln>
        </p:spPr>
      </p:cxnSp>
      <p:sp>
        <p:nvSpPr>
          <p:cNvPr id="122" name="PlaceHolder 3"/>
          <p:cNvSpPr>
            <a:spLocks noGrp="1"/>
          </p:cNvSpPr>
          <p:nvPr>
            <p:ph type="ftr" idx="50"/>
          </p:nvPr>
        </p:nvSpPr>
        <p:spPr>
          <a:xfrm>
            <a:off x="0" y="6356520"/>
            <a:ext cx="121914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1" lang="en-US" sz="900" spc="-1" strike="noStrike">
                <a:solidFill>
                  <a:srgbClr val="bfbfbf"/>
                </a:solidFill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bfbfbf"/>
                </a:solidFill>
                <a:latin typeface="Arial"/>
              </a:rPr>
              <a:t>TASNİF DIŞI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 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142200" y="199080"/>
            <a:ext cx="11907360" cy="507240"/>
          </a:xfrm>
          <a:prstGeom prst="rect">
            <a:avLst/>
          </a:prstGeom>
          <a:noFill/>
          <a:ln w="0">
            <a:solidFill>
              <a:schemeClr val="accent1"/>
            </a:solidFill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chemeClr val="dk1"/>
                </a:solidFill>
                <a:latin typeface="Calibri Light"/>
              </a:rPr>
              <a:t>GREP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 type="subTitle"/>
          </p:nvPr>
        </p:nvSpPr>
        <p:spPr>
          <a:xfrm>
            <a:off x="142200" y="868320"/>
            <a:ext cx="5692320" cy="5748480"/>
          </a:xfrm>
          <a:prstGeom prst="rect">
            <a:avLst/>
          </a:prstGeom>
          <a:solidFill>
            <a:srgbClr val="000000"/>
          </a:solidFill>
          <a:ln w="0">
            <a:solidFill>
              <a:schemeClr val="accent1"/>
            </a:solidFill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#!/bin/bash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""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"#########################################################################"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"#################### GREP                      ##########################"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"#########################################################################"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""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grep equinox /var/tmp/eclipse/org.eclipse.equinox.p2.rcp.feature_1.4.900.v20200813-0739/{*.properties,*.html} | head -2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""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"#########################################################################"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""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grep -A2 equinox /var/tmp/eclipse/org.eclipse.equinox.p2.rcp.feature_1.4.900.v20200813-0739/*.xml| tail -4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""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"#########################################################################"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""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grep -R equinox /var/tmp/eclipse/ | head -2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""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"#########################################################################"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""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grep -R equinox /var/tmp/eclipse/ | tail -2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""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"#########################################################################"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""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grep -R equinox /var/tmp/eclipse/ | grep -v xml| tail -2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""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"#########################################################################"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""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grep -R 'id="warranty"\|featureName=.*support' /var/tmp/eclipse/| head -3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""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"#########################################################################"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""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" name="Subtitle 2"/>
          <p:cNvSpPr/>
          <p:nvPr/>
        </p:nvSpPr>
        <p:spPr>
          <a:xfrm>
            <a:off x="6136920" y="868320"/>
            <a:ext cx="5912280" cy="5748480"/>
          </a:xfrm>
          <a:prstGeom prst="rect">
            <a:avLst/>
          </a:prstGeom>
          <a:noFill/>
          <a:ln w="0">
            <a:solidFill>
              <a:srgbClr val="5b9bd5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81111" lnSpcReduction="20000"/>
          </a:bodyPr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#########################################################################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#################### GREP                      ##########################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#########################################################################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/var/tmp/eclipse/org.eclipse.equinox.p2.rcp.feature_1.4.900.v20200813-0739/feature.properties:http://eclipse.org/equinox/p2/repository_packaging.html ("Specification").\n\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/var/tmp/eclipse/org.eclipse.equinox.p2.rcp.feature_1.4.900.v20200813-0739/license.html:                        href="http://eclipse.org/equinox3/p2/repository_packaging.html"&gt;http://eclipse.org/equinox/p2/repository_packaging.html&lt;/a&gt;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#########################################################################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--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         </a:t>
            </a: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id="org.eclipse.equinox.p2.ui.sdk"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         </a:t>
            </a: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download-size="51"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         </a:t>
            </a: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install-size="92"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#########################################################################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/var/tmp/eclipse/org.eclipse.equinox.p2.discovery.feature_1.2.700.v20200705-1016/feature.properties:http://eclipse.org/equinox/p2/repository_packaging.html ("Specification").\n\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/var/tmp/eclipse/org.eclipse.equinox.p2.discovery.feature_1.2.700.v20200705-1016/feature.xml:      id="org.eclipse.equinox.p2.discovery.feature"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#########################################################################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/var/tmp/eclipse/org.eclipse.equinox.p2.extras.feature_1.4.900.v20200828-0839/feature.xml:         id="org.eclipse.equinox.p2.publisher.eclipse"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/var/tmp/eclipse/org.eclipse.equinox.p2.extras.feature_1.4.900.v20200828-0839/license.html:                     href="http://eclipse.org/equinox2/p2/repository_packaging.html"&gt;http://eclipse.org/equinox/p2/repository_packaging.html&lt;/a&gt;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#########################################################################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/var/tmp/eclipse/org.eclipse.equinox.p2.extras.feature_1.4.900.v20200828-0839/feature.properties:http://eclipse.org/equinox/p2/repository_packaging.html ("Specification").\n\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/var/tmp/eclipse/org.eclipse.equinox.p2.extras.feature_1.4.900.v20200828-0839/license.html:                     href="http://eclipse.org/equinox2/p2/repository_packaging.html"&gt;http://eclipse.org/equinox/p2/repository_packaging.html&lt;/a&gt;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#########################################################################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/var/tmp/eclipse/org.eclipse.equinox.p2.discovery.feature_1.2.700.v20200705-1016/feature.properties:featureName=Equinox p2, Discovery UI support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/var/tmp/eclipse/org.eclipse.equinox.p2.discovery.feature_1.2.700.v20200705-1016/epl-2.0.html:    &lt;h2 id="warranty"&gt;5. NO WARRANTY&lt;/h2&gt;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/var/tmp/eclipse/org.eclipse.equinox.p2.core.feature_1.6.700.v20200813-0739/epl-2.0.html:    &lt;h2 id="warranty"&gt;5. NO WARRANTY&lt;/h2&gt;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#########################################################################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PlaceHolder 3"/>
          <p:cNvSpPr>
            <a:spLocks noGrp="1"/>
          </p:cNvSpPr>
          <p:nvPr>
            <p:ph type="ftr" idx="51"/>
          </p:nvPr>
        </p:nvSpPr>
        <p:spPr>
          <a:xfrm>
            <a:off x="0" y="6356520"/>
            <a:ext cx="121914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1" lang="en-US" sz="900" spc="-1" strike="noStrike">
                <a:solidFill>
                  <a:srgbClr val="bfbfbf"/>
                </a:solidFill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bfbfbf"/>
                </a:solidFill>
                <a:latin typeface="Arial"/>
              </a:rPr>
              <a:t>TASNİF DIŞI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 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142200" y="199080"/>
            <a:ext cx="11907360" cy="507240"/>
          </a:xfrm>
          <a:prstGeom prst="rect">
            <a:avLst/>
          </a:prstGeom>
          <a:noFill/>
          <a:ln w="0">
            <a:solidFill>
              <a:schemeClr val="accent1"/>
            </a:solidFill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chemeClr val="dk1"/>
                </a:solidFill>
                <a:latin typeface="Calibri Light"/>
              </a:rPr>
              <a:t>MUTILINE PERL REPLACE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 type="subTitle"/>
          </p:nvPr>
        </p:nvSpPr>
        <p:spPr>
          <a:xfrm>
            <a:off x="142200" y="868320"/>
            <a:ext cx="5692320" cy="5748480"/>
          </a:xfrm>
          <a:prstGeom prst="rect">
            <a:avLst/>
          </a:prstGeom>
          <a:solidFill>
            <a:srgbClr val="000000"/>
          </a:solidFill>
          <a:ln w="0">
            <a:solidFill>
              <a:schemeClr val="accent1"/>
            </a:solidFill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#!/bin/bash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""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"#########################################################################"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"#################### PERL MUTLILINE REPLACEMENT  ########################"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"#########################################################################"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""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"deneme1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deneme2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deneme3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deneme4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deneme5" &gt;/var/tmp/test.replace.txt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cat /var/tmp/test.replace.txt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""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"#########################################################################"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""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perl -0pi -e 's/deneme2\ndeneme3/DENEME/imsg' /var/tmp/test.replace.txt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cat /var/tmp/test.replace.txt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" name="Subtitle 2"/>
          <p:cNvSpPr/>
          <p:nvPr/>
        </p:nvSpPr>
        <p:spPr>
          <a:xfrm>
            <a:off x="6136920" y="868320"/>
            <a:ext cx="5912280" cy="5748480"/>
          </a:xfrm>
          <a:prstGeom prst="rect">
            <a:avLst/>
          </a:prstGeom>
          <a:noFill/>
          <a:ln w="0">
            <a:solidFill>
              <a:srgbClr val="5b9bd5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#########################################################################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#################### PERL MUTLILINE REPLACEMENT  ########################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#########################################################################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deneme1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deneme2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deneme3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deneme4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deneme5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#########################################################################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deneme1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DENEME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deneme4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deneme5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30" name="Straight Connector 8"/>
          <p:cNvCxnSpPr/>
          <p:nvPr/>
        </p:nvCxnSpPr>
        <p:spPr>
          <a:xfrm>
            <a:off x="523080" y="3409560"/>
            <a:ext cx="669960" cy="481320"/>
          </a:xfrm>
          <a:prstGeom prst="straightConnector1">
            <a:avLst/>
          </a:prstGeom>
          <a:ln w="22225">
            <a:solidFill>
              <a:srgbClr val="ff0000"/>
            </a:solidFill>
            <a:round/>
            <a:headEnd len="med" type="triangle" w="med"/>
          </a:ln>
        </p:spPr>
      </p:cxnSp>
      <p:cxnSp>
        <p:nvCxnSpPr>
          <p:cNvPr id="131" name="Straight Connector 9"/>
          <p:cNvCxnSpPr/>
          <p:nvPr/>
        </p:nvCxnSpPr>
        <p:spPr>
          <a:xfrm>
            <a:off x="2653920" y="3445200"/>
            <a:ext cx="669960" cy="481680"/>
          </a:xfrm>
          <a:prstGeom prst="straightConnector1">
            <a:avLst/>
          </a:prstGeom>
          <a:ln w="22225">
            <a:solidFill>
              <a:srgbClr val="ff0000"/>
            </a:solidFill>
            <a:round/>
            <a:headEnd len="med" type="triangle" w="med"/>
          </a:ln>
        </p:spPr>
      </p:cxnSp>
      <p:sp>
        <p:nvSpPr>
          <p:cNvPr id="132" name="PlaceHolder 3"/>
          <p:cNvSpPr>
            <a:spLocks noGrp="1"/>
          </p:cNvSpPr>
          <p:nvPr>
            <p:ph type="ftr" idx="52"/>
          </p:nvPr>
        </p:nvSpPr>
        <p:spPr>
          <a:xfrm>
            <a:off x="0" y="6356520"/>
            <a:ext cx="121914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1" lang="en-US" sz="900" spc="-1" strike="noStrike">
                <a:solidFill>
                  <a:srgbClr val="bfbfbf"/>
                </a:solidFill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bfbfbf"/>
                </a:solidFill>
                <a:latin typeface="Arial"/>
              </a:rPr>
              <a:t>TASNİF DIŞI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 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142200" y="199080"/>
            <a:ext cx="11907360" cy="507240"/>
          </a:xfrm>
          <a:prstGeom prst="rect">
            <a:avLst/>
          </a:prstGeom>
          <a:noFill/>
          <a:ln w="0">
            <a:solidFill>
              <a:schemeClr val="accent1"/>
            </a:solidFill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chemeClr val="dk1"/>
                </a:solidFill>
                <a:latin typeface="Calibri Light"/>
              </a:rPr>
              <a:t>STRCAT / HISTORY / PS / PGREP / UNAME / HOSTNAME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 type="subTitle"/>
          </p:nvPr>
        </p:nvSpPr>
        <p:spPr>
          <a:xfrm>
            <a:off x="142200" y="868320"/>
            <a:ext cx="5692320" cy="5748480"/>
          </a:xfrm>
          <a:prstGeom prst="rect">
            <a:avLst/>
          </a:prstGeom>
          <a:solidFill>
            <a:srgbClr val="000000"/>
          </a:solidFill>
          <a:ln w="0">
            <a:solidFill>
              <a:schemeClr val="accent1"/>
            </a:solidFill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chemeClr val="lt1"/>
                </a:solidFill>
                <a:latin typeface="Calibri"/>
              </a:rPr>
              <a:t>#!/bin/bash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chemeClr val="lt1"/>
                </a:solidFill>
                <a:latin typeface="Calibri"/>
              </a:rPr>
              <a:t>echo ""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chemeClr val="lt1"/>
                </a:solidFill>
                <a:latin typeface="Calibri"/>
              </a:rPr>
              <a:t>echo "#########################################################################"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chemeClr val="lt1"/>
                </a:solidFill>
                <a:latin typeface="Calibri"/>
              </a:rPr>
              <a:t>echo "#################### STRING CONCAT               ########################"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chemeClr val="lt1"/>
                </a:solidFill>
                <a:latin typeface="Calibri"/>
              </a:rPr>
              <a:t>echo "#########################################################################"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chemeClr val="lt1"/>
                </a:solidFill>
                <a:latin typeface="Calibri"/>
              </a:rPr>
              <a:t>echo ""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chemeClr val="lt1"/>
                </a:solidFill>
                <a:latin typeface="Calibri"/>
              </a:rPr>
              <a:t>echo STR1=""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chemeClr val="lt1"/>
                </a:solidFill>
                <a:latin typeface="Calibri"/>
              </a:rPr>
              <a:t>echo "red green blue" &gt; colors.txt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chemeClr val="lt1"/>
                </a:solidFill>
                <a:latin typeface="Calibri"/>
              </a:rPr>
              <a:t>for i in $(cat colors.txt); do    if [ "$i" != "green" ]; then STR1="$STR1 $i";fi; done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chemeClr val="lt1"/>
                </a:solidFill>
                <a:latin typeface="Calibri"/>
              </a:rPr>
              <a:t>echo $STR1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chemeClr val="lt1"/>
                </a:solidFill>
                <a:latin typeface="Calibri"/>
              </a:rPr>
              <a:t>echo ""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chemeClr val="lt1"/>
                </a:solidFill>
                <a:latin typeface="Calibri"/>
              </a:rPr>
              <a:t>echo "#########################################################################"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chemeClr val="lt1"/>
                </a:solidFill>
                <a:latin typeface="Calibri"/>
              </a:rPr>
              <a:t>echo "#################### HISTORY                     ########################"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chemeClr val="lt1"/>
                </a:solidFill>
                <a:latin typeface="Calibri"/>
              </a:rPr>
              <a:t>echo "#########################################################################"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chemeClr val="lt1"/>
                </a:solidFill>
                <a:latin typeface="Calibri"/>
              </a:rPr>
              <a:t>echo ""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chemeClr val="lt1"/>
                </a:solidFill>
                <a:latin typeface="Calibri"/>
              </a:rPr>
              <a:t>history | tail -5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chemeClr val="lt1"/>
                </a:solidFill>
                <a:latin typeface="Calibri"/>
              </a:rPr>
              <a:t>echo ""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chemeClr val="lt1"/>
                </a:solidFill>
                <a:latin typeface="Calibri"/>
              </a:rPr>
              <a:t>echo "#########################################################################"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chemeClr val="lt1"/>
                </a:solidFill>
                <a:latin typeface="Calibri"/>
              </a:rPr>
              <a:t>echo "#################### PS -EF  vs pgrep -lfU       ########################"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chemeClr val="lt1"/>
                </a:solidFill>
                <a:latin typeface="Calibri"/>
              </a:rPr>
              <a:t>echo "#########################################################################"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chemeClr val="lt1"/>
                </a:solidFill>
                <a:latin typeface="Calibri"/>
              </a:rPr>
              <a:t>echo ""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chemeClr val="lt1"/>
                </a:solidFill>
                <a:latin typeface="Calibri"/>
              </a:rPr>
              <a:t>pgrep -lfU mpekmezci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chemeClr val="lt1"/>
                </a:solidFill>
                <a:latin typeface="Calibri"/>
              </a:rPr>
              <a:t>echo ""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chemeClr val="lt1"/>
                </a:solidFill>
                <a:latin typeface="Calibri"/>
              </a:rPr>
              <a:t>echo "#########################################################################"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chemeClr val="lt1"/>
                </a:solidFill>
                <a:latin typeface="Calibri"/>
              </a:rPr>
              <a:t>echo ""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chemeClr val="lt1"/>
                </a:solidFill>
                <a:latin typeface="Calibri"/>
              </a:rPr>
              <a:t>ps -ef | grep mpek| tail -3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chemeClr val="lt1"/>
                </a:solidFill>
                <a:latin typeface="Calibri"/>
              </a:rPr>
              <a:t>echo ""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chemeClr val="lt1"/>
                </a:solidFill>
                <a:latin typeface="Calibri"/>
              </a:rPr>
              <a:t>echo "#########################################################################"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chemeClr val="lt1"/>
                </a:solidFill>
                <a:latin typeface="Calibri"/>
              </a:rPr>
              <a:t>echo "#################### UNAME                       ########################"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chemeClr val="lt1"/>
                </a:solidFill>
                <a:latin typeface="Calibri"/>
              </a:rPr>
              <a:t>echo "#########################################################################"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chemeClr val="lt1"/>
                </a:solidFill>
                <a:latin typeface="Calibri"/>
              </a:rPr>
              <a:t>echo ""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chemeClr val="lt1"/>
                </a:solidFill>
                <a:latin typeface="Calibri"/>
              </a:rPr>
              <a:t>uname -a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chemeClr val="lt1"/>
                </a:solidFill>
                <a:latin typeface="Calibri"/>
              </a:rPr>
              <a:t>echo ""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chemeClr val="lt1"/>
                </a:solidFill>
                <a:latin typeface="Calibri"/>
              </a:rPr>
              <a:t>echo "#########################################################################"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chemeClr val="lt1"/>
                </a:solidFill>
                <a:latin typeface="Calibri"/>
              </a:rPr>
              <a:t>echo "#################### HOSTNAME                    ########################"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chemeClr val="lt1"/>
                </a:solidFill>
                <a:latin typeface="Calibri"/>
              </a:rPr>
              <a:t>echo "#########################################################################"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chemeClr val="lt1"/>
                </a:solidFill>
                <a:latin typeface="Calibri"/>
              </a:rPr>
              <a:t>echo ""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chemeClr val="lt1"/>
                </a:solidFill>
                <a:latin typeface="Calibri"/>
              </a:rPr>
              <a:t>hostname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" name="Subtitle 2"/>
          <p:cNvSpPr/>
          <p:nvPr/>
        </p:nvSpPr>
        <p:spPr>
          <a:xfrm>
            <a:off x="6136920" y="868320"/>
            <a:ext cx="5912280" cy="5748480"/>
          </a:xfrm>
          <a:prstGeom prst="rect">
            <a:avLst/>
          </a:prstGeom>
          <a:noFill/>
          <a:ln w="0">
            <a:solidFill>
              <a:srgbClr val="5b9bd5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87222" lnSpcReduction="20000"/>
          </a:bodyPr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#########################################################################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#################### STRING CONCAT               ########################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#########################################################################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STR1=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red blue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#########################################################################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#################### HISTORY                     ########################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#########################################################################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#########################################################################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#################### PS -EF  vs pgrep -lfU       ########################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#########################################################################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477665 sshd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477672 bash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477735 sshd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477741 sftp-server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513236 10.strcat.tail.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1780322 systemd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1780333 (sd-pam)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1780411 dbus-daemon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#########################################################################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1" lang="en-US" sz="1100" spc="-1" strike="noStrike">
                <a:solidFill>
                  <a:srgbClr val="ff0000"/>
                </a:solidFill>
                <a:latin typeface="Calibri"/>
              </a:rPr>
              <a:t>mpekmez+ </a:t>
            </a: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1780322       1  0 Jan23 ?        00:00:01 /usr/lib/systemd/systemd --user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mpekmez+ 1780333 1780322  0 Jan23 ?        00:00:00 (sd-pam)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mpekmez+ 1780411 1780322  0 Jan23 ?        00:00:00 /usr/bin/dbus-daemon --session --address=systemd: --nofork --nopidfile --systemd-activation --syslog-only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#########################################################################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#################### UNAME                       ########################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#########################################################################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Linux dev-host-01 4.18.0-193.el8.x86_64 #1 SMP Fri May 8 10:59:10 UTC 2020 x86_64 x86_64 x86_64 GNU/Linux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#########################################################################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#################### HOSTNAME                    ########################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#########################################################################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dev-host-01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36" name="Straight Arrow Connector 12"/>
          <p:cNvCxnSpPr/>
          <p:nvPr/>
        </p:nvCxnSpPr>
        <p:spPr>
          <a:xfrm>
            <a:off x="6608160" y="4241880"/>
            <a:ext cx="302400" cy="1216800"/>
          </a:xfrm>
          <a:prstGeom prst="straightConnector1">
            <a:avLst/>
          </a:prstGeom>
          <a:ln w="22225">
            <a:solidFill>
              <a:srgbClr val="ff0000"/>
            </a:solidFill>
            <a:round/>
            <a:headEnd len="med" type="triangle" w="med"/>
          </a:ln>
        </p:spPr>
      </p:cxnSp>
      <p:sp>
        <p:nvSpPr>
          <p:cNvPr id="137" name="PlaceHolder 3"/>
          <p:cNvSpPr>
            <a:spLocks noGrp="1"/>
          </p:cNvSpPr>
          <p:nvPr>
            <p:ph type="ftr" idx="53"/>
          </p:nvPr>
        </p:nvSpPr>
        <p:spPr>
          <a:xfrm>
            <a:off x="0" y="6356520"/>
            <a:ext cx="121914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1" lang="en-US" sz="900" spc="-1" strike="noStrike">
                <a:solidFill>
                  <a:srgbClr val="bfbfbf"/>
                </a:solidFill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bfbfbf"/>
                </a:solidFill>
                <a:latin typeface="Arial"/>
              </a:rPr>
              <a:t>TASNİF DIŞI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 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142200" y="199080"/>
            <a:ext cx="11907360" cy="507240"/>
          </a:xfrm>
          <a:prstGeom prst="rect">
            <a:avLst/>
          </a:prstGeom>
          <a:noFill/>
          <a:ln w="0">
            <a:solidFill>
              <a:schemeClr val="accent1"/>
            </a:solidFill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chemeClr val="dk1"/>
                </a:solidFill>
                <a:latin typeface="Calibri Light"/>
              </a:rPr>
              <a:t>WAIT / SLEEP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 type="subTitle"/>
          </p:nvPr>
        </p:nvSpPr>
        <p:spPr>
          <a:xfrm>
            <a:off x="142200" y="868320"/>
            <a:ext cx="5692320" cy="5748480"/>
          </a:xfrm>
          <a:prstGeom prst="rect">
            <a:avLst/>
          </a:prstGeom>
          <a:solidFill>
            <a:srgbClr val="000000"/>
          </a:solidFill>
          <a:ln w="0">
            <a:solidFill>
              <a:schemeClr val="accent1"/>
            </a:solidFill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#!/bin/bash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""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"#########################################################################"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"#################### SLEEP                     ########################"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"#########################################################################"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""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RUNNING=true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while($RUNNING)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do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        </a:t>
            </a: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date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        </a:t>
            </a: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SECONDS=$(date '+%S')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        </a:t>
            </a: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if [ "$SECONDS" -gt 30 ]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        </a:t>
            </a: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then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           </a:t>
            </a: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RUNNING=false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        </a:t>
            </a: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fi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        </a:t>
            </a: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sleep 1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done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""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"#########################################################################"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"#################### WAIT                        ########################"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"#########################################################################"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""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(for ((i=0;i&lt;5;i=i+1));do echo "A.$i"; sleep 1; done) &amp;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(for ((i=0;i&lt;5;i=i+1));do echo "B.$i"; sleep 1; done) &amp;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wait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(for ((i=0;i&lt;5;i=i+1));do echo "C.$i";done) &amp;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" name="Subtitle 2"/>
          <p:cNvSpPr/>
          <p:nvPr/>
        </p:nvSpPr>
        <p:spPr>
          <a:xfrm>
            <a:off x="6136920" y="868320"/>
            <a:ext cx="5912280" cy="5748480"/>
          </a:xfrm>
          <a:prstGeom prst="rect">
            <a:avLst/>
          </a:prstGeom>
          <a:noFill/>
          <a:ln w="0">
            <a:solidFill>
              <a:srgbClr val="5b9bd5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62222"/>
          </a:bodyPr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#########################################################################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#################### SLEEP                     ########################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#########################################################################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Mon May 23 14:23:04 +03 2022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Mon May 23 14:23:05 +03 2022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Mon May 23 14:23:06 +03 2022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Mon May 23 14:23:07 +03 2022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Mon May 23 14:23:08 +03 2022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Mon May 23 14:23:09 +03 2022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Mon May 23 14:23:10 +03 2022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Mon May 23 14:23:11 +03 2022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Mon May 23 14:23:12 +03 2022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Mon May 23 14:23:13 +03 2022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Mon May 23 14:23:14 +03 2022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Mon May 23 14:23:15 +03 2022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Mon May 23 14:23:16 +03 2022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Mon May 23 14:23:17 +03 2022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Mon May 23 14:23:18 +03 2022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Mon May 23 14:23:19 +03 2022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Mon May 23 14:23:20 +03 2022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Mon May 23 14:23:21 +03 2022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Mon May 23 14:23:22 +03 2022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Mon May 23 14:23:23 +03 2022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Mon May 23 14:23:24 +03 2022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Mon May 23 14:23:25 +03 2022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Mon May 23 14:23:26 +03 2022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Mon May 23 14:23:27 +03 2022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Mon May 23 14:23:28 +03 2022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Mon May 23 14:23:29 +03 2022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Mon May 23 14:23:30 +03 2022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Mon May 23 14:23:31 +03 2022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#########################################################################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#################### WAIT                        ########################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#########################################################################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A.0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B.0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A.1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B.1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A.2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B.2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A.3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B.3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B.4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A.4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C.0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C.1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C.2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C.3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C.4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41" name="Straight Connector 8"/>
          <p:cNvCxnSpPr/>
          <p:nvPr/>
        </p:nvCxnSpPr>
        <p:spPr>
          <a:xfrm>
            <a:off x="523080" y="3409560"/>
            <a:ext cx="669960" cy="481320"/>
          </a:xfrm>
          <a:prstGeom prst="straightConnector1">
            <a:avLst/>
          </a:prstGeom>
          <a:ln w="22225">
            <a:solidFill>
              <a:srgbClr val="ff0000"/>
            </a:solidFill>
            <a:round/>
            <a:headEnd len="med" type="triangle" w="med"/>
          </a:ln>
        </p:spPr>
      </p:cxnSp>
      <p:cxnSp>
        <p:nvCxnSpPr>
          <p:cNvPr id="142" name="Straight Connector 9"/>
          <p:cNvCxnSpPr/>
          <p:nvPr/>
        </p:nvCxnSpPr>
        <p:spPr>
          <a:xfrm>
            <a:off x="2653920" y="3445200"/>
            <a:ext cx="669960" cy="481680"/>
          </a:xfrm>
          <a:prstGeom prst="straightConnector1">
            <a:avLst/>
          </a:prstGeom>
          <a:ln w="22225">
            <a:solidFill>
              <a:srgbClr val="ff0000"/>
            </a:solidFill>
            <a:round/>
            <a:headEnd len="med" type="triangle" w="med"/>
          </a:ln>
        </p:spPr>
      </p:cxnSp>
      <p:sp>
        <p:nvSpPr>
          <p:cNvPr id="143" name="PlaceHolder 3"/>
          <p:cNvSpPr>
            <a:spLocks noGrp="1"/>
          </p:cNvSpPr>
          <p:nvPr>
            <p:ph type="ftr" idx="54"/>
          </p:nvPr>
        </p:nvSpPr>
        <p:spPr>
          <a:xfrm>
            <a:off x="0" y="6356520"/>
            <a:ext cx="121914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1" lang="en-US" sz="900" spc="-1" strike="noStrike">
                <a:solidFill>
                  <a:srgbClr val="bfbfbf"/>
                </a:solidFill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bfbfbf"/>
                </a:solidFill>
                <a:latin typeface="Arial"/>
              </a:rPr>
              <a:t>TASNİF DIŞI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 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142200" y="199080"/>
            <a:ext cx="11907360" cy="507240"/>
          </a:xfrm>
          <a:prstGeom prst="rect">
            <a:avLst/>
          </a:prstGeom>
          <a:noFill/>
          <a:ln w="0">
            <a:solidFill>
              <a:schemeClr val="accent1"/>
            </a:solidFill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chemeClr val="dk1"/>
                </a:solidFill>
                <a:latin typeface="Calibri Light"/>
              </a:rPr>
              <a:t>FIND BY DATE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PlaceHolder 2"/>
          <p:cNvSpPr>
            <a:spLocks noGrp="1"/>
          </p:cNvSpPr>
          <p:nvPr>
            <p:ph type="subTitle"/>
          </p:nvPr>
        </p:nvSpPr>
        <p:spPr>
          <a:xfrm>
            <a:off x="142200" y="868320"/>
            <a:ext cx="5692320" cy="5748480"/>
          </a:xfrm>
          <a:prstGeom prst="rect">
            <a:avLst/>
          </a:prstGeom>
          <a:solidFill>
            <a:srgbClr val="000000"/>
          </a:solidFill>
          <a:ln w="0">
            <a:solidFill>
              <a:schemeClr val="accent1"/>
            </a:solidFill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#!/bin/bash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""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"#########################################################################"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"#################### FIND BY DATE                ########################"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"#########################################################################"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""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date &gt; /var/tmp/eclipse/file123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find /var/tmp/eclipse -mmin -10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# -10  -&gt; son 10 dakika icinde degisen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# +10  -&gt; 10 dakika oncesine git, u tarihten once desigenleri getir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#         Yani -10 olarak yazilan arama ile gelen sonuclarin tam tersini getirir.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# 10   -&gt; degisme tarihi tam 10. dakikada olanlari getir.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" name="Subtitle 2"/>
          <p:cNvSpPr/>
          <p:nvPr/>
        </p:nvSpPr>
        <p:spPr>
          <a:xfrm>
            <a:off x="6136920" y="868320"/>
            <a:ext cx="5912280" cy="5748480"/>
          </a:xfrm>
          <a:prstGeom prst="rect">
            <a:avLst/>
          </a:prstGeom>
          <a:noFill/>
          <a:ln w="0">
            <a:solidFill>
              <a:srgbClr val="5b9bd5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#########################################################################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#################### FIND BY DATE                ########################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#########################################################################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/var/tmp/eclipse/file123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 type="ftr" idx="55"/>
          </p:nvPr>
        </p:nvSpPr>
        <p:spPr>
          <a:xfrm>
            <a:off x="0" y="6356520"/>
            <a:ext cx="121914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1" lang="en-US" sz="900" spc="-1" strike="noStrike">
                <a:solidFill>
                  <a:srgbClr val="bfbfbf"/>
                </a:solidFill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bfbfbf"/>
                </a:solidFill>
                <a:latin typeface="Arial"/>
              </a:rPr>
              <a:t>TASNİF DIŞI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 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142200" y="199080"/>
            <a:ext cx="11907360" cy="507240"/>
          </a:xfrm>
          <a:prstGeom prst="rect">
            <a:avLst/>
          </a:prstGeom>
          <a:noFill/>
          <a:ln w="0">
            <a:solidFill>
              <a:schemeClr val="accent1"/>
            </a:solidFill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chemeClr val="dk1"/>
                </a:solidFill>
                <a:latin typeface="Calibri Light"/>
              </a:rPr>
              <a:t>ARRAY MENU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PlaceHolder 2"/>
          <p:cNvSpPr>
            <a:spLocks noGrp="1"/>
          </p:cNvSpPr>
          <p:nvPr>
            <p:ph type="subTitle"/>
          </p:nvPr>
        </p:nvSpPr>
        <p:spPr>
          <a:xfrm>
            <a:off x="142200" y="868320"/>
            <a:ext cx="5692320" cy="5748480"/>
          </a:xfrm>
          <a:prstGeom prst="rect">
            <a:avLst/>
          </a:prstGeom>
          <a:solidFill>
            <a:srgbClr val="000000"/>
          </a:solidFill>
          <a:ln w="0">
            <a:solidFill>
              <a:schemeClr val="accent1"/>
            </a:solidFill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#!/bin/bash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""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"#########################################################################"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"####################  ARRAY MENU                ########################"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"#########################################################################"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""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"red green blue" &gt; colors.txt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for i in $(cat colors.txt); do    echo $i; done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color_array=($(cat colors.txt))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for((i=0;i&lt;${#color_array[@]};i=i+1)); do   echo "$i. ${color_array[$i]}"; done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read -p "Select a color (0-2) : " selection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"You selected ${color_array[$selection]}"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" name="Subtitle 2"/>
          <p:cNvSpPr/>
          <p:nvPr/>
        </p:nvSpPr>
        <p:spPr>
          <a:xfrm>
            <a:off x="6136920" y="868320"/>
            <a:ext cx="5912280" cy="5748480"/>
          </a:xfrm>
          <a:prstGeom prst="rect">
            <a:avLst/>
          </a:prstGeom>
          <a:noFill/>
          <a:ln w="0">
            <a:solidFill>
              <a:srgbClr val="5b9bd5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#########################################################################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####################  ARRAY MENU                ########################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#########################################################################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red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green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blue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0. red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1. green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2. blue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Select a color (0-2) : 2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You selected blue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 type="ftr" idx="56"/>
          </p:nvPr>
        </p:nvSpPr>
        <p:spPr>
          <a:xfrm>
            <a:off x="0" y="6356520"/>
            <a:ext cx="121914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1" lang="en-US" sz="900" spc="-1" strike="noStrike">
                <a:solidFill>
                  <a:srgbClr val="bfbfbf"/>
                </a:solidFill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bfbfbf"/>
                </a:solidFill>
                <a:latin typeface="Arial"/>
              </a:rPr>
              <a:t>TASNİF DIŞI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 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142200" y="199080"/>
            <a:ext cx="11907360" cy="507240"/>
          </a:xfrm>
          <a:prstGeom prst="rect">
            <a:avLst/>
          </a:prstGeom>
          <a:noFill/>
          <a:ln w="0">
            <a:solidFill>
              <a:schemeClr val="accent1"/>
            </a:solidFill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chemeClr val="dk1"/>
                </a:solidFill>
                <a:latin typeface="Calibri Light"/>
              </a:rPr>
              <a:t>DIALOG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PlaceHolder 2"/>
          <p:cNvSpPr>
            <a:spLocks noGrp="1"/>
          </p:cNvSpPr>
          <p:nvPr>
            <p:ph type="subTitle"/>
          </p:nvPr>
        </p:nvSpPr>
        <p:spPr>
          <a:xfrm>
            <a:off x="142200" y="868320"/>
            <a:ext cx="5692320" cy="5748480"/>
          </a:xfrm>
          <a:prstGeom prst="rect">
            <a:avLst/>
          </a:prstGeom>
          <a:solidFill>
            <a:srgbClr val="000000"/>
          </a:solidFill>
          <a:ln w="0">
            <a:solidFill>
              <a:schemeClr val="accent1"/>
            </a:solidFill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#!/bin/bash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""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"#########################################################################"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"####################  DIALOG                     ########################"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"#########################################################################"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""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value1=$(dialog  --stdout  --title "Dialog title" --inputbox "Enter your name:" 0 0 )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dialog --stdout --default-button "no" --no-label "I don't want to format" --yes-label "I want to format" --yesno "Do you really want to format the partition?" 0 0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value2=$?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value3=$(dialog --stdout --checklist "Select items:" 0 0 0 \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  </a:t>
            </a: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1 "Choice number one" off \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  </a:t>
            </a: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2 "Choice number two" on \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  </a:t>
            </a: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3 "Choice number three" off)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value4=$(dialog --stdout --radiolist "Select items:" 0 0 0 \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  </a:t>
            </a: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1 "Choice number one" Off \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  </a:t>
            </a: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2 "Choice number two" on \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  </a:t>
            </a: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3 "Choice number three" off)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value5=$( dialog --stdout --insecure --passwordbox "Enter your password:" 0 0  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""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"#########################################################################"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""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"value1=$value1"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"value2=$value2"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"value3=$value3"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"value4=$value4"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"value5=$value5"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" name="Subtitle 2"/>
          <p:cNvSpPr/>
          <p:nvPr/>
        </p:nvSpPr>
        <p:spPr>
          <a:xfrm>
            <a:off x="6136920" y="868320"/>
            <a:ext cx="5912280" cy="5748480"/>
          </a:xfrm>
          <a:prstGeom prst="rect">
            <a:avLst/>
          </a:prstGeom>
          <a:noFill/>
          <a:ln w="0">
            <a:solidFill>
              <a:srgbClr val="5b9bd5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#########################################################################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value1=mehmet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value2=1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value3=1 2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value4=3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value5=secret123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5" name="Picture 8" descr=""/>
          <p:cNvPicPr/>
          <p:nvPr/>
        </p:nvPicPr>
        <p:blipFill>
          <a:blip r:embed="rId1"/>
          <a:stretch/>
        </p:blipFill>
        <p:spPr>
          <a:xfrm>
            <a:off x="8286120" y="1056240"/>
            <a:ext cx="3691080" cy="2531160"/>
          </a:xfrm>
          <a:prstGeom prst="rect">
            <a:avLst/>
          </a:prstGeom>
          <a:ln w="0">
            <a:noFill/>
          </a:ln>
        </p:spPr>
      </p:pic>
      <p:pic>
        <p:nvPicPr>
          <p:cNvPr id="156" name="Picture 9" descr=""/>
          <p:cNvPicPr/>
          <p:nvPr/>
        </p:nvPicPr>
        <p:blipFill>
          <a:blip r:embed="rId2"/>
          <a:stretch/>
        </p:blipFill>
        <p:spPr>
          <a:xfrm>
            <a:off x="6370200" y="3676320"/>
            <a:ext cx="5607000" cy="2861640"/>
          </a:xfrm>
          <a:prstGeom prst="rect">
            <a:avLst/>
          </a:prstGeom>
          <a:ln w="0">
            <a:noFill/>
          </a:ln>
        </p:spPr>
      </p:pic>
      <p:sp>
        <p:nvSpPr>
          <p:cNvPr id="157" name="PlaceHolder 3"/>
          <p:cNvSpPr>
            <a:spLocks noGrp="1"/>
          </p:cNvSpPr>
          <p:nvPr>
            <p:ph type="ftr" idx="57"/>
          </p:nvPr>
        </p:nvSpPr>
        <p:spPr>
          <a:xfrm>
            <a:off x="0" y="6356520"/>
            <a:ext cx="121914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1" lang="en-US" sz="900" spc="-1" strike="noStrike">
                <a:solidFill>
                  <a:srgbClr val="bfbfbf"/>
                </a:solidFill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bfbfbf"/>
                </a:solidFill>
                <a:latin typeface="Arial"/>
              </a:rPr>
              <a:t>TASNİF DIŞI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 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142200" y="199080"/>
            <a:ext cx="11907360" cy="507240"/>
          </a:xfrm>
          <a:prstGeom prst="rect">
            <a:avLst/>
          </a:prstGeom>
          <a:noFill/>
          <a:ln w="0">
            <a:solidFill>
              <a:schemeClr val="accent1"/>
            </a:solidFill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chemeClr val="dk1"/>
                </a:solidFill>
                <a:latin typeface="Calibri Light"/>
              </a:rPr>
              <a:t>DIALOG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PlaceHolder 2"/>
          <p:cNvSpPr>
            <a:spLocks noGrp="1"/>
          </p:cNvSpPr>
          <p:nvPr>
            <p:ph type="subTitle"/>
          </p:nvPr>
        </p:nvSpPr>
        <p:spPr>
          <a:xfrm>
            <a:off x="142200" y="868320"/>
            <a:ext cx="5692320" cy="5748480"/>
          </a:xfrm>
          <a:prstGeom prst="rect">
            <a:avLst/>
          </a:prstGeom>
          <a:solidFill>
            <a:srgbClr val="000000"/>
          </a:solidFill>
          <a:ln w="0">
            <a:solidFill>
              <a:schemeClr val="accent1"/>
            </a:solidFill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#!/bin/bash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""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"#########################################################################"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"####################  DIALOG                     ########################"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"#########################################################################"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""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value1=$(dialog  --stdout  --title "Dialog title" --inputbox "Enter your name:" 0 0 )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dialog --stdout --default-button "no" --no-label "I don't want to format" --yes-label "I want to format" --yesno "Do you really want to format the partition?" 0 0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value2=$?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value3=$(dialog --stdout --checklist "Select items:" 0 0 0 \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  </a:t>
            </a: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1 "Choice number one" off \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  </a:t>
            </a: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2 "Choice number two" on \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  </a:t>
            </a: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3 "Choice number three" off)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value4=$(dialog --stdout --radiolist "Select items:" 0 0 0 \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  </a:t>
            </a: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1 "Choice number one" Off \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  </a:t>
            </a: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2 "Choice number two" on \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  </a:t>
            </a: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3 "Choice number three" off)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value5=$( dialog --stdout --insecure --passwordbox "Enter your password:" 0 0  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""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"#########################################################################"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""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"value1=$value1"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"value2=$value2"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"value3=$value3"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"value4=$value4"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"value5=$value5"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" name="Subtitle 2"/>
          <p:cNvSpPr/>
          <p:nvPr/>
        </p:nvSpPr>
        <p:spPr>
          <a:xfrm>
            <a:off x="6136920" y="868320"/>
            <a:ext cx="5912280" cy="5748480"/>
          </a:xfrm>
          <a:prstGeom prst="rect">
            <a:avLst/>
          </a:prstGeom>
          <a:noFill/>
          <a:ln w="0">
            <a:solidFill>
              <a:srgbClr val="5b9bd5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#########################################################################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value1=mehmet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value2=1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value3=1 2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value4=3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value5=secret123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1" name="Picture 10" descr=""/>
          <p:cNvPicPr/>
          <p:nvPr/>
        </p:nvPicPr>
        <p:blipFill>
          <a:blip r:embed="rId1"/>
          <a:stretch/>
        </p:blipFill>
        <p:spPr>
          <a:xfrm>
            <a:off x="8224920" y="1072440"/>
            <a:ext cx="3571920" cy="2603880"/>
          </a:xfrm>
          <a:prstGeom prst="rect">
            <a:avLst/>
          </a:prstGeom>
          <a:ln w="0">
            <a:noFill/>
          </a:ln>
        </p:spPr>
      </p:pic>
      <p:pic>
        <p:nvPicPr>
          <p:cNvPr id="162" name="Picture 11" descr=""/>
          <p:cNvPicPr/>
          <p:nvPr/>
        </p:nvPicPr>
        <p:blipFill>
          <a:blip r:embed="rId2"/>
          <a:stretch/>
        </p:blipFill>
        <p:spPr>
          <a:xfrm>
            <a:off x="8224920" y="3836520"/>
            <a:ext cx="3571920" cy="2740320"/>
          </a:xfrm>
          <a:prstGeom prst="rect">
            <a:avLst/>
          </a:prstGeom>
          <a:ln w="0">
            <a:noFill/>
          </a:ln>
        </p:spPr>
      </p:pic>
      <p:sp>
        <p:nvSpPr>
          <p:cNvPr id="163" name="PlaceHolder 3"/>
          <p:cNvSpPr>
            <a:spLocks noGrp="1"/>
          </p:cNvSpPr>
          <p:nvPr>
            <p:ph type="ftr" idx="58"/>
          </p:nvPr>
        </p:nvSpPr>
        <p:spPr>
          <a:xfrm>
            <a:off x="0" y="6356520"/>
            <a:ext cx="121914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1" lang="en-US" sz="900" spc="-1" strike="noStrike">
                <a:solidFill>
                  <a:srgbClr val="bfbfbf"/>
                </a:solidFill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bfbfbf"/>
                </a:solidFill>
                <a:latin typeface="Arial"/>
              </a:rPr>
              <a:t>TASNİF DIŞI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 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title"/>
          </p:nvPr>
        </p:nvSpPr>
        <p:spPr>
          <a:xfrm>
            <a:off x="142200" y="199080"/>
            <a:ext cx="11907360" cy="507240"/>
          </a:xfrm>
          <a:prstGeom prst="rect">
            <a:avLst/>
          </a:prstGeom>
          <a:noFill/>
          <a:ln w="0">
            <a:solidFill>
              <a:schemeClr val="accent1"/>
            </a:solidFill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chemeClr val="dk1"/>
                </a:solidFill>
                <a:latin typeface="Calibri Light"/>
              </a:rPr>
              <a:t>DIALOG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PlaceHolder 2"/>
          <p:cNvSpPr>
            <a:spLocks noGrp="1"/>
          </p:cNvSpPr>
          <p:nvPr>
            <p:ph type="subTitle"/>
          </p:nvPr>
        </p:nvSpPr>
        <p:spPr>
          <a:xfrm>
            <a:off x="142200" y="868320"/>
            <a:ext cx="5692320" cy="5748480"/>
          </a:xfrm>
          <a:prstGeom prst="rect">
            <a:avLst/>
          </a:prstGeom>
          <a:solidFill>
            <a:srgbClr val="000000"/>
          </a:solidFill>
          <a:ln w="0">
            <a:solidFill>
              <a:schemeClr val="accent1"/>
            </a:solidFill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#!/bin/bash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""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"#########################################################################"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"####################  DIALOG                     ########################"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"#########################################################################"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""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value1=$(dialog  --stdout  --title "Dialog title" --inputbox "Enter your name:" 0 0 )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dialog --stdout --default-button "no" --no-label "I don't want to format" --yes-label "I want to format" --yesno "Do you really want to format the partition?" 0 0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value2=$?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value3=$(dialog --stdout --checklist "Select items:" 0 0 0 \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  </a:t>
            </a: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1 "Choice number one" off \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  </a:t>
            </a: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2 "Choice number two" on \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  </a:t>
            </a: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3 "Choice number three" off)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value4=$(dialog --stdout --radiolist "Select items:" 0 0 0 \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  </a:t>
            </a: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1 "Choice number one" Off \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  </a:t>
            </a: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2 "Choice number two" on \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  </a:t>
            </a: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3 "Choice number three" off)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value5=$( dialog --stdout --insecure --passwordbox "Enter your password:" 0 0  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""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"#########################################################################"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""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"value1=$value1"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"value2=$value2"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"value3=$value3"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"value4=$value4"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echo "value5=$value5"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99"/>
              </a:spcBef>
              <a:buNone/>
              <a:tabLst>
                <a:tab algn="l" pos="0"/>
              </a:tabLst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" name="Subtitle 2"/>
          <p:cNvSpPr/>
          <p:nvPr/>
        </p:nvSpPr>
        <p:spPr>
          <a:xfrm>
            <a:off x="6136920" y="868320"/>
            <a:ext cx="5912280" cy="5748480"/>
          </a:xfrm>
          <a:prstGeom prst="rect">
            <a:avLst/>
          </a:prstGeom>
          <a:noFill/>
          <a:ln w="0">
            <a:solidFill>
              <a:srgbClr val="5b9bd5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#########################################################################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value1=mehmet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value2=1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value3=1 2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value4=3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value5=secret123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7" name="Picture 7" descr=""/>
          <p:cNvPicPr/>
          <p:nvPr/>
        </p:nvPicPr>
        <p:blipFill>
          <a:blip r:embed="rId1"/>
          <a:stretch/>
        </p:blipFill>
        <p:spPr>
          <a:xfrm>
            <a:off x="7860960" y="1118880"/>
            <a:ext cx="4066920" cy="2790360"/>
          </a:xfrm>
          <a:prstGeom prst="rect">
            <a:avLst/>
          </a:prstGeom>
          <a:ln w="0">
            <a:noFill/>
          </a:ln>
        </p:spPr>
      </p:pic>
      <p:sp>
        <p:nvSpPr>
          <p:cNvPr id="168" name="PlaceHolder 3"/>
          <p:cNvSpPr>
            <a:spLocks noGrp="1"/>
          </p:cNvSpPr>
          <p:nvPr>
            <p:ph type="ftr" idx="59"/>
          </p:nvPr>
        </p:nvSpPr>
        <p:spPr>
          <a:xfrm>
            <a:off x="0" y="6356520"/>
            <a:ext cx="121914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1" lang="en-US" sz="900" spc="-1" strike="noStrike">
                <a:solidFill>
                  <a:srgbClr val="bfbfbf"/>
                </a:solidFill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bfbfbf"/>
                </a:solidFill>
                <a:latin typeface="Arial"/>
              </a:rPr>
              <a:t>TASNİF DIŞI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 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title"/>
          </p:nvPr>
        </p:nvSpPr>
        <p:spPr>
          <a:xfrm>
            <a:off x="142200" y="199080"/>
            <a:ext cx="11907360" cy="507240"/>
          </a:xfrm>
          <a:prstGeom prst="rect">
            <a:avLst/>
          </a:prstGeom>
          <a:noFill/>
          <a:ln w="0">
            <a:solidFill>
              <a:schemeClr val="accent1"/>
            </a:solidFill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chemeClr val="dk1"/>
                </a:solidFill>
                <a:latin typeface="Calibri Light"/>
              </a:rPr>
              <a:t>EDITORS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Subtitle 2"/>
          <p:cNvSpPr/>
          <p:nvPr/>
        </p:nvSpPr>
        <p:spPr>
          <a:xfrm>
            <a:off x="142200" y="868320"/>
            <a:ext cx="11907360" cy="5748480"/>
          </a:xfrm>
          <a:prstGeom prst="rect">
            <a:avLst/>
          </a:prstGeom>
          <a:noFill/>
          <a:ln w="0">
            <a:solidFill>
              <a:srgbClr val="5b9bd5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6000" spc="-1" strike="noStrike">
                <a:solidFill>
                  <a:schemeClr val="dk1"/>
                </a:solidFill>
                <a:latin typeface="Calibri"/>
              </a:rPr>
              <a:t>Vi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6000" spc="-1" strike="noStrike">
                <a:solidFill>
                  <a:schemeClr val="dk1"/>
                </a:solidFill>
                <a:latin typeface="Calibri"/>
              </a:rPr>
              <a:t>Mcedit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99"/>
              </a:spcBef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PlaceHolder 2"/>
          <p:cNvSpPr>
            <a:spLocks noGrp="1"/>
          </p:cNvSpPr>
          <p:nvPr>
            <p:ph type="ftr" idx="60"/>
          </p:nvPr>
        </p:nvSpPr>
        <p:spPr>
          <a:xfrm>
            <a:off x="0" y="6356520"/>
            <a:ext cx="121914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1" lang="en-US" sz="900" spc="-1" strike="noStrike">
                <a:solidFill>
                  <a:srgbClr val="bfbfbf"/>
                </a:solidFill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bfbfbf"/>
                </a:solidFill>
                <a:latin typeface="Arial"/>
              </a:rPr>
              <a:t>TASNİF DIŞI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 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title"/>
          </p:nvPr>
        </p:nvSpPr>
        <p:spPr>
          <a:xfrm>
            <a:off x="142200" y="199080"/>
            <a:ext cx="11907360" cy="507240"/>
          </a:xfrm>
          <a:prstGeom prst="rect">
            <a:avLst/>
          </a:prstGeom>
          <a:noFill/>
          <a:ln w="0">
            <a:solidFill>
              <a:schemeClr val="accent1"/>
            </a:solidFill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chemeClr val="dk1"/>
                </a:solidFill>
                <a:latin typeface="Calibri Light"/>
              </a:rPr>
              <a:t>VI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3" name="Picture 19" descr=""/>
          <p:cNvPicPr/>
          <p:nvPr/>
        </p:nvPicPr>
        <p:blipFill>
          <a:blip r:embed="rId1"/>
          <a:stretch/>
        </p:blipFill>
        <p:spPr>
          <a:xfrm>
            <a:off x="3462120" y="789480"/>
            <a:ext cx="5362560" cy="1666440"/>
          </a:xfrm>
          <a:prstGeom prst="rect">
            <a:avLst/>
          </a:prstGeom>
          <a:ln w="0">
            <a:noFill/>
          </a:ln>
        </p:spPr>
      </p:pic>
      <p:pic>
        <p:nvPicPr>
          <p:cNvPr id="174" name="Picture 20" descr=""/>
          <p:cNvPicPr/>
          <p:nvPr/>
        </p:nvPicPr>
        <p:blipFill>
          <a:blip r:embed="rId2"/>
          <a:stretch/>
        </p:blipFill>
        <p:spPr>
          <a:xfrm>
            <a:off x="3438000" y="2539080"/>
            <a:ext cx="5410080" cy="1675800"/>
          </a:xfrm>
          <a:prstGeom prst="rect">
            <a:avLst/>
          </a:prstGeom>
          <a:ln w="0">
            <a:noFill/>
          </a:ln>
        </p:spPr>
      </p:pic>
      <p:pic>
        <p:nvPicPr>
          <p:cNvPr id="175" name="Picture 21" descr=""/>
          <p:cNvPicPr/>
          <p:nvPr/>
        </p:nvPicPr>
        <p:blipFill>
          <a:blip r:embed="rId3"/>
          <a:stretch/>
        </p:blipFill>
        <p:spPr>
          <a:xfrm>
            <a:off x="3414240" y="4835880"/>
            <a:ext cx="5410080" cy="1675800"/>
          </a:xfrm>
          <a:prstGeom prst="rect">
            <a:avLst/>
          </a:prstGeom>
          <a:ln w="0">
            <a:noFill/>
          </a:ln>
        </p:spPr>
      </p:pic>
      <p:sp>
        <p:nvSpPr>
          <p:cNvPr id="176" name="Title 1"/>
          <p:cNvSpPr/>
          <p:nvPr/>
        </p:nvSpPr>
        <p:spPr>
          <a:xfrm>
            <a:off x="1612080" y="4392720"/>
            <a:ext cx="9086760" cy="330120"/>
          </a:xfrm>
          <a:prstGeom prst="rect">
            <a:avLst/>
          </a:prstGeom>
          <a:noFill/>
          <a:ln w="0">
            <a:solidFill>
              <a:srgbClr val="5b9bd5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ctr" defTabSz="914400">
              <a:lnSpc>
                <a:spcPct val="9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Calibri Light"/>
              </a:rPr>
              <a:t>Klavyede  i  tuşuna basınca, aşağıdaki gibi “insert” moda geçiyoruz, artık yazabiliriz.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PlaceHolder 2"/>
          <p:cNvSpPr>
            <a:spLocks noGrp="1"/>
          </p:cNvSpPr>
          <p:nvPr>
            <p:ph type="ftr" idx="61"/>
          </p:nvPr>
        </p:nvSpPr>
        <p:spPr>
          <a:xfrm>
            <a:off x="0" y="6356520"/>
            <a:ext cx="121914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1" lang="en-US" sz="900" spc="-1" strike="noStrike">
                <a:solidFill>
                  <a:srgbClr val="bfbfbf"/>
                </a:solidFill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bfbfbf"/>
                </a:solidFill>
                <a:latin typeface="Arial"/>
              </a:rPr>
              <a:t>TASNİF DIŞI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 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142200" y="199080"/>
            <a:ext cx="11907360" cy="507240"/>
          </a:xfrm>
          <a:prstGeom prst="rect">
            <a:avLst/>
          </a:prstGeom>
          <a:noFill/>
          <a:ln w="0">
            <a:solidFill>
              <a:schemeClr val="accent1"/>
            </a:solidFill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chemeClr val="dk1"/>
                </a:solidFill>
                <a:latin typeface="Calibri Light"/>
              </a:rPr>
              <a:t>VI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Title 1"/>
          <p:cNvSpPr/>
          <p:nvPr/>
        </p:nvSpPr>
        <p:spPr>
          <a:xfrm>
            <a:off x="1753560" y="2513520"/>
            <a:ext cx="9086760" cy="330120"/>
          </a:xfrm>
          <a:prstGeom prst="rect">
            <a:avLst/>
          </a:prstGeom>
          <a:noFill/>
          <a:ln w="0">
            <a:solidFill>
              <a:srgbClr val="5b9bd5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ctr" defTabSz="914400">
              <a:lnSpc>
                <a:spcPct val="9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Calibri Light"/>
              </a:rPr>
              <a:t>Klavede  Esc  tuşuna basınca, aşağıdaki gibi “Escape” moda geçiyoruz, artık yazamayız.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0" name="Picture 3" descr=""/>
          <p:cNvPicPr/>
          <p:nvPr/>
        </p:nvPicPr>
        <p:blipFill>
          <a:blip r:embed="rId1"/>
          <a:stretch/>
        </p:blipFill>
        <p:spPr>
          <a:xfrm>
            <a:off x="3450240" y="755640"/>
            <a:ext cx="5410080" cy="1675800"/>
          </a:xfrm>
          <a:prstGeom prst="rect">
            <a:avLst/>
          </a:prstGeom>
          <a:ln w="0">
            <a:noFill/>
          </a:ln>
        </p:spPr>
      </p:pic>
      <p:pic>
        <p:nvPicPr>
          <p:cNvPr id="181" name="Picture 5" descr=""/>
          <p:cNvPicPr/>
          <p:nvPr/>
        </p:nvPicPr>
        <p:blipFill>
          <a:blip r:embed="rId2"/>
          <a:stretch/>
        </p:blipFill>
        <p:spPr>
          <a:xfrm>
            <a:off x="3450240" y="2956320"/>
            <a:ext cx="5410080" cy="1675800"/>
          </a:xfrm>
          <a:prstGeom prst="rect">
            <a:avLst/>
          </a:prstGeom>
          <a:ln w="0">
            <a:noFill/>
          </a:ln>
        </p:spPr>
      </p:pic>
      <p:pic>
        <p:nvPicPr>
          <p:cNvPr id="182" name="Picture 6" descr=""/>
          <p:cNvPicPr/>
          <p:nvPr/>
        </p:nvPicPr>
        <p:blipFill>
          <a:blip r:embed="rId3"/>
          <a:stretch/>
        </p:blipFill>
        <p:spPr>
          <a:xfrm>
            <a:off x="3390480" y="5044680"/>
            <a:ext cx="5410080" cy="1675800"/>
          </a:xfrm>
          <a:prstGeom prst="rect">
            <a:avLst/>
          </a:prstGeom>
          <a:ln w="0">
            <a:noFill/>
          </a:ln>
        </p:spPr>
      </p:pic>
      <p:sp>
        <p:nvSpPr>
          <p:cNvPr id="183" name="Title 1"/>
          <p:cNvSpPr/>
          <p:nvPr/>
        </p:nvSpPr>
        <p:spPr>
          <a:xfrm>
            <a:off x="1753560" y="4650840"/>
            <a:ext cx="9086760" cy="330120"/>
          </a:xfrm>
          <a:prstGeom prst="rect">
            <a:avLst/>
          </a:prstGeom>
          <a:noFill/>
          <a:ln w="0">
            <a:solidFill>
              <a:srgbClr val="5b9bd5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ctr" defTabSz="914400">
              <a:lnSpc>
                <a:spcPct val="9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Calibri Light"/>
              </a:rPr>
              <a:t>Klavede  “</a:t>
            </a:r>
            <a:r>
              <a:rPr b="1" lang="en-US" sz="1200" spc="-1" strike="noStrike">
                <a:solidFill>
                  <a:srgbClr val="ff0000"/>
                </a:solidFill>
                <a:latin typeface="Calibri Light"/>
              </a:rPr>
              <a:t>:</a:t>
            </a:r>
            <a:r>
              <a:rPr b="1" lang="en-US" sz="1200" spc="-1" strike="noStrike">
                <a:solidFill>
                  <a:schemeClr val="dk1"/>
                </a:solidFill>
                <a:latin typeface="Calibri Light"/>
              </a:rPr>
              <a:t>wq” yazınca, aşağıdaki gibi dosya içine mevcut memory’deki halini yazar. (NOT:  “</a:t>
            </a:r>
            <a:r>
              <a:rPr b="1" lang="en-US" sz="1200" spc="-1" strike="noStrike">
                <a:solidFill>
                  <a:srgbClr val="ff0000"/>
                </a:solidFill>
                <a:latin typeface="Calibri Light"/>
              </a:rPr>
              <a:t>:</a:t>
            </a:r>
            <a:r>
              <a:rPr b="1" lang="en-US" sz="1200" spc="-1" strike="noStrike">
                <a:solidFill>
                  <a:schemeClr val="dk1"/>
                </a:solidFill>
                <a:latin typeface="Calibri Light"/>
              </a:rPr>
              <a:t>” karakterini de bizim yazmamız gerekir, kendisi yazmaz.)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PlaceHolder 2"/>
          <p:cNvSpPr>
            <a:spLocks noGrp="1"/>
          </p:cNvSpPr>
          <p:nvPr>
            <p:ph type="ftr" idx="62"/>
          </p:nvPr>
        </p:nvSpPr>
        <p:spPr>
          <a:xfrm>
            <a:off x="0" y="6356520"/>
            <a:ext cx="121914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1" lang="en-US" sz="900" spc="-1" strike="noStrike">
                <a:solidFill>
                  <a:srgbClr val="bfbfbf"/>
                </a:solidFill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bfbfbf"/>
                </a:solidFill>
                <a:latin typeface="Arial"/>
              </a:rPr>
              <a:t>TASNİF DIŞI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 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laceHolder 1"/>
          <p:cNvSpPr>
            <a:spLocks noGrp="1"/>
          </p:cNvSpPr>
          <p:nvPr>
            <p:ph type="title"/>
          </p:nvPr>
        </p:nvSpPr>
        <p:spPr>
          <a:xfrm>
            <a:off x="142200" y="199080"/>
            <a:ext cx="11907360" cy="507240"/>
          </a:xfrm>
          <a:prstGeom prst="rect">
            <a:avLst/>
          </a:prstGeom>
          <a:noFill/>
          <a:ln w="0">
            <a:solidFill>
              <a:schemeClr val="accent1"/>
            </a:solidFill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chemeClr val="dk1"/>
                </a:solidFill>
                <a:latin typeface="Calibri Light"/>
              </a:rPr>
              <a:t>VI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6" name="Picture 7" descr=""/>
          <p:cNvPicPr/>
          <p:nvPr/>
        </p:nvPicPr>
        <p:blipFill>
          <a:blip r:embed="rId1"/>
          <a:stretch/>
        </p:blipFill>
        <p:spPr>
          <a:xfrm>
            <a:off x="3390480" y="780840"/>
            <a:ext cx="5410080" cy="1675800"/>
          </a:xfrm>
          <a:prstGeom prst="rect">
            <a:avLst/>
          </a:prstGeom>
          <a:ln w="0">
            <a:noFill/>
          </a:ln>
        </p:spPr>
      </p:pic>
      <p:sp>
        <p:nvSpPr>
          <p:cNvPr id="187" name="PlaceHolder 2"/>
          <p:cNvSpPr>
            <a:spLocks noGrp="1"/>
          </p:cNvSpPr>
          <p:nvPr>
            <p:ph type="ftr" idx="63"/>
          </p:nvPr>
        </p:nvSpPr>
        <p:spPr>
          <a:xfrm>
            <a:off x="0" y="6356520"/>
            <a:ext cx="121914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1" lang="en-US" sz="900" spc="-1" strike="noStrike">
                <a:solidFill>
                  <a:srgbClr val="bfbfbf"/>
                </a:solidFill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bfbfbf"/>
                </a:solidFill>
                <a:latin typeface="Arial"/>
              </a:rPr>
              <a:t>TASNİF DIŞI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 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title"/>
          </p:nvPr>
        </p:nvSpPr>
        <p:spPr>
          <a:xfrm>
            <a:off x="142200" y="199080"/>
            <a:ext cx="11907360" cy="507240"/>
          </a:xfrm>
          <a:prstGeom prst="rect">
            <a:avLst/>
          </a:prstGeom>
          <a:noFill/>
          <a:ln w="0">
            <a:solidFill>
              <a:schemeClr val="accent1"/>
            </a:solidFill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chemeClr val="dk1"/>
                </a:solidFill>
                <a:latin typeface="Calibri Light"/>
              </a:rPr>
              <a:t>VI - SEARCH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Title 1"/>
          <p:cNvSpPr/>
          <p:nvPr/>
        </p:nvSpPr>
        <p:spPr>
          <a:xfrm>
            <a:off x="1838160" y="843840"/>
            <a:ext cx="9086760" cy="330120"/>
          </a:xfrm>
          <a:prstGeom prst="rect">
            <a:avLst/>
          </a:prstGeom>
          <a:noFill/>
          <a:ln w="0">
            <a:solidFill>
              <a:srgbClr val="5b9bd5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ctr" defTabSz="914400">
              <a:lnSpc>
                <a:spcPct val="9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Calibri Light"/>
              </a:rPr>
              <a:t>Klavede  Esc  tuşuna bastıktan sonra, “/text”  yazısını yazarsak, “text” kelimesini arar.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0" name="Picture 7" descr=""/>
          <p:cNvPicPr/>
          <p:nvPr/>
        </p:nvPicPr>
        <p:blipFill>
          <a:blip r:embed="rId1"/>
          <a:stretch/>
        </p:blipFill>
        <p:spPr>
          <a:xfrm>
            <a:off x="3390480" y="1250640"/>
            <a:ext cx="5410080" cy="1675800"/>
          </a:xfrm>
          <a:prstGeom prst="rect">
            <a:avLst/>
          </a:prstGeom>
          <a:ln w="0">
            <a:noFill/>
          </a:ln>
        </p:spPr>
      </p:pic>
      <p:sp>
        <p:nvSpPr>
          <p:cNvPr id="191" name="Title 1"/>
          <p:cNvSpPr/>
          <p:nvPr/>
        </p:nvSpPr>
        <p:spPr>
          <a:xfrm>
            <a:off x="1838160" y="3109680"/>
            <a:ext cx="9086760" cy="330120"/>
          </a:xfrm>
          <a:prstGeom prst="rect">
            <a:avLst/>
          </a:prstGeom>
          <a:noFill/>
          <a:ln w="0">
            <a:solidFill>
              <a:srgbClr val="5b9bd5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ctr" defTabSz="914400">
              <a:lnSpc>
                <a:spcPct val="9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Calibri Light"/>
              </a:rPr>
              <a:t>Klavede  “n” tuşuna basarsak bir sonraki “text” yazısına gitmeye çalışır. ( n’nin anlamı next’tir)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2" name="Picture 8" descr=""/>
          <p:cNvPicPr/>
          <p:nvPr/>
        </p:nvPicPr>
        <p:blipFill>
          <a:blip r:embed="rId2"/>
          <a:stretch/>
        </p:blipFill>
        <p:spPr>
          <a:xfrm>
            <a:off x="3390480" y="3546720"/>
            <a:ext cx="5410080" cy="1675800"/>
          </a:xfrm>
          <a:prstGeom prst="rect">
            <a:avLst/>
          </a:prstGeom>
          <a:ln w="0">
            <a:noFill/>
          </a:ln>
        </p:spPr>
      </p:pic>
      <p:sp>
        <p:nvSpPr>
          <p:cNvPr id="193" name="PlaceHolder 2"/>
          <p:cNvSpPr>
            <a:spLocks noGrp="1"/>
          </p:cNvSpPr>
          <p:nvPr>
            <p:ph type="ftr" idx="64"/>
          </p:nvPr>
        </p:nvSpPr>
        <p:spPr>
          <a:xfrm>
            <a:off x="0" y="6356520"/>
            <a:ext cx="121914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1" lang="en-US" sz="900" spc="-1" strike="noStrike">
                <a:solidFill>
                  <a:srgbClr val="bfbfbf"/>
                </a:solidFill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bfbfbf"/>
                </a:solidFill>
                <a:latin typeface="Arial"/>
              </a:rPr>
              <a:t>TASNİF DIŞI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 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title"/>
          </p:nvPr>
        </p:nvSpPr>
        <p:spPr>
          <a:xfrm>
            <a:off x="142200" y="199080"/>
            <a:ext cx="11907360" cy="507240"/>
          </a:xfrm>
          <a:prstGeom prst="rect">
            <a:avLst/>
          </a:prstGeom>
          <a:noFill/>
          <a:ln w="0">
            <a:solidFill>
              <a:schemeClr val="accent1"/>
            </a:solidFill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chemeClr val="dk1"/>
                </a:solidFill>
                <a:latin typeface="Calibri Light"/>
              </a:rPr>
              <a:t>VI – COPY – PASTE - DELETE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Title 1"/>
          <p:cNvSpPr/>
          <p:nvPr/>
        </p:nvSpPr>
        <p:spPr>
          <a:xfrm>
            <a:off x="1838160" y="843840"/>
            <a:ext cx="9086760" cy="330120"/>
          </a:xfrm>
          <a:prstGeom prst="rect">
            <a:avLst/>
          </a:prstGeom>
          <a:noFill/>
          <a:ln w="0">
            <a:solidFill>
              <a:srgbClr val="5b9bd5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ctr" defTabSz="914400">
              <a:lnSpc>
                <a:spcPct val="9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Calibri Light"/>
              </a:rPr>
              <a:t>Klavede  Esc  tuşuna bastıktan sonra, kalavyede “yy”  yazarsak, bulunduğu satırı kopyalar.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Title 1"/>
          <p:cNvSpPr/>
          <p:nvPr/>
        </p:nvSpPr>
        <p:spPr>
          <a:xfrm>
            <a:off x="1838160" y="3109680"/>
            <a:ext cx="9086760" cy="330120"/>
          </a:xfrm>
          <a:prstGeom prst="rect">
            <a:avLst/>
          </a:prstGeom>
          <a:noFill/>
          <a:ln w="0">
            <a:solidFill>
              <a:srgbClr val="5b9bd5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ctr" defTabSz="914400">
              <a:lnSpc>
                <a:spcPct val="9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Calibri Light"/>
              </a:rPr>
              <a:t>Klavede  “p” tuşuna basarsak da ilgili satırı bir altına paste eder.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7" name="Picture 3" descr=""/>
          <p:cNvPicPr/>
          <p:nvPr/>
        </p:nvPicPr>
        <p:blipFill>
          <a:blip r:embed="rId1"/>
          <a:stretch/>
        </p:blipFill>
        <p:spPr>
          <a:xfrm>
            <a:off x="3390480" y="1303560"/>
            <a:ext cx="5410080" cy="1675800"/>
          </a:xfrm>
          <a:prstGeom prst="rect">
            <a:avLst/>
          </a:prstGeom>
          <a:ln w="0">
            <a:noFill/>
          </a:ln>
        </p:spPr>
      </p:pic>
      <p:sp>
        <p:nvSpPr>
          <p:cNvPr id="198" name="Title 1"/>
          <p:cNvSpPr/>
          <p:nvPr/>
        </p:nvSpPr>
        <p:spPr>
          <a:xfrm>
            <a:off x="1838160" y="3622680"/>
            <a:ext cx="9086760" cy="1752480"/>
          </a:xfrm>
          <a:prstGeom prst="rect">
            <a:avLst/>
          </a:prstGeom>
          <a:noFill/>
          <a:ln w="0">
            <a:solidFill>
              <a:srgbClr val="5b9bd5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9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Calibri Light"/>
              </a:rPr>
              <a:t>Benzer komutlar :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defTabSz="91440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1200" spc="-1" strike="noStrike">
                <a:solidFill>
                  <a:schemeClr val="dk1"/>
                </a:solidFill>
                <a:latin typeface="Calibri Light"/>
              </a:rPr>
              <a:t>Klavede  “3yy” tuşuna basarsak , imlecin bulunduğu satır dahil 3 satırı kopyalar ve “p” ile bu 3 satırı paste eder.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defTabSz="91440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1200" spc="-1" strike="noStrike">
                <a:solidFill>
                  <a:schemeClr val="dk1"/>
                </a:solidFill>
                <a:latin typeface="Calibri Light"/>
              </a:rPr>
              <a:t>Klavede  “dd” tuşuna basarsak , imlecin bulunduğu satırı siler.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PlaceHolder 2"/>
          <p:cNvSpPr>
            <a:spLocks noGrp="1"/>
          </p:cNvSpPr>
          <p:nvPr>
            <p:ph type="ftr" idx="65"/>
          </p:nvPr>
        </p:nvSpPr>
        <p:spPr>
          <a:xfrm>
            <a:off x="0" y="6356520"/>
            <a:ext cx="121914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1" lang="en-US" sz="900" spc="-1" strike="noStrike">
                <a:solidFill>
                  <a:srgbClr val="bfbfbf"/>
                </a:solidFill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bfbfbf"/>
                </a:solidFill>
                <a:latin typeface="Arial"/>
              </a:rPr>
              <a:t>TASNİF DIŞI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 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title"/>
          </p:nvPr>
        </p:nvSpPr>
        <p:spPr>
          <a:xfrm>
            <a:off x="142200" y="199080"/>
            <a:ext cx="11907360" cy="507240"/>
          </a:xfrm>
          <a:prstGeom prst="rect">
            <a:avLst/>
          </a:prstGeom>
          <a:noFill/>
          <a:ln w="0">
            <a:solidFill>
              <a:schemeClr val="accent1"/>
            </a:solidFill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chemeClr val="dk1"/>
                </a:solidFill>
                <a:latin typeface="Calibri Light"/>
              </a:rPr>
              <a:t>MC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Title 1"/>
          <p:cNvSpPr/>
          <p:nvPr/>
        </p:nvSpPr>
        <p:spPr>
          <a:xfrm>
            <a:off x="142200" y="901800"/>
            <a:ext cx="11907360" cy="389160"/>
          </a:xfrm>
          <a:prstGeom prst="rect">
            <a:avLst/>
          </a:prstGeom>
          <a:noFill/>
          <a:ln w="0">
            <a:solidFill>
              <a:srgbClr val="5b9bd5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90000"/>
              </a:lnSpc>
            </a:pPr>
            <a:r>
              <a:rPr b="1" lang="en-US" sz="1800" spc="-1" strike="noStrike">
                <a:solidFill>
                  <a:schemeClr val="dk1"/>
                </a:solidFill>
                <a:latin typeface="Calibri Light"/>
              </a:rPr>
              <a:t>mc (Midnight Commander) , komut satırında çalışan , dosyalar arasında gezinmeyi ve edit etmeyi çok kolaylaştıran bir uygulamadır.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2" name="Picture 4" descr=""/>
          <p:cNvPicPr/>
          <p:nvPr/>
        </p:nvPicPr>
        <p:blipFill>
          <a:blip r:embed="rId1"/>
          <a:stretch/>
        </p:blipFill>
        <p:spPr>
          <a:xfrm>
            <a:off x="216720" y="1522800"/>
            <a:ext cx="11832480" cy="5198040"/>
          </a:xfrm>
          <a:prstGeom prst="rect">
            <a:avLst/>
          </a:prstGeom>
          <a:ln w="0">
            <a:noFill/>
          </a:ln>
        </p:spPr>
      </p:pic>
      <p:sp>
        <p:nvSpPr>
          <p:cNvPr id="203" name="PlaceHolder 2"/>
          <p:cNvSpPr>
            <a:spLocks noGrp="1"/>
          </p:cNvSpPr>
          <p:nvPr>
            <p:ph type="ftr" idx="66"/>
          </p:nvPr>
        </p:nvSpPr>
        <p:spPr>
          <a:xfrm>
            <a:off x="0" y="6356520"/>
            <a:ext cx="121914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1" lang="en-US" sz="900" spc="-1" strike="noStrike">
                <a:solidFill>
                  <a:srgbClr val="bfbfbf"/>
                </a:solidFill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bfbfbf"/>
                </a:solidFill>
                <a:latin typeface="Arial"/>
              </a:rPr>
              <a:t>TASNİF DIŞI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 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/>
          </p:cNvSpPr>
          <p:nvPr>
            <p:ph type="title"/>
          </p:nvPr>
        </p:nvSpPr>
        <p:spPr>
          <a:xfrm>
            <a:off x="142200" y="199080"/>
            <a:ext cx="11907360" cy="507240"/>
          </a:xfrm>
          <a:prstGeom prst="rect">
            <a:avLst/>
          </a:prstGeom>
          <a:noFill/>
          <a:ln w="0">
            <a:solidFill>
              <a:schemeClr val="accent1"/>
            </a:solidFill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chemeClr val="dk1"/>
                </a:solidFill>
                <a:latin typeface="Calibri Light"/>
              </a:rPr>
              <a:t>MC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Title 1"/>
          <p:cNvSpPr/>
          <p:nvPr/>
        </p:nvSpPr>
        <p:spPr>
          <a:xfrm>
            <a:off x="142200" y="901800"/>
            <a:ext cx="11907360" cy="389160"/>
          </a:xfrm>
          <a:prstGeom prst="rect">
            <a:avLst/>
          </a:prstGeom>
          <a:noFill/>
          <a:ln w="0">
            <a:solidFill>
              <a:srgbClr val="5b9bd5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90000"/>
              </a:lnSpc>
            </a:pPr>
            <a:r>
              <a:rPr b="1" lang="en-US" sz="1800" spc="-1" strike="noStrike">
                <a:solidFill>
                  <a:schemeClr val="dk1"/>
                </a:solidFill>
                <a:latin typeface="Calibri Light"/>
              </a:rPr>
              <a:t>Program açılınca, aşağıdaki gibi sağ ve sol ekranlarında dosya ve dizinleri gezme imkanı vermektedir.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6" name="Picture 5" descr=""/>
          <p:cNvPicPr/>
          <p:nvPr/>
        </p:nvPicPr>
        <p:blipFill>
          <a:blip r:embed="rId1"/>
          <a:stretch/>
        </p:blipFill>
        <p:spPr>
          <a:xfrm>
            <a:off x="89640" y="1443960"/>
            <a:ext cx="12012120" cy="5276880"/>
          </a:xfrm>
          <a:prstGeom prst="rect">
            <a:avLst/>
          </a:prstGeom>
          <a:ln w="0">
            <a:noFill/>
          </a:ln>
        </p:spPr>
      </p:pic>
      <p:sp>
        <p:nvSpPr>
          <p:cNvPr id="207" name="PlaceHolder 2"/>
          <p:cNvSpPr>
            <a:spLocks noGrp="1"/>
          </p:cNvSpPr>
          <p:nvPr>
            <p:ph type="ftr" idx="67"/>
          </p:nvPr>
        </p:nvSpPr>
        <p:spPr>
          <a:xfrm>
            <a:off x="0" y="6356520"/>
            <a:ext cx="121914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1" lang="en-US" sz="900" spc="-1" strike="noStrike">
                <a:solidFill>
                  <a:srgbClr val="bfbfbf"/>
                </a:solidFill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bfbfbf"/>
                </a:solidFill>
                <a:latin typeface="Arial"/>
              </a:rPr>
              <a:t>TASNİF DIŞI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 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PlaceHolder 1"/>
          <p:cNvSpPr>
            <a:spLocks noGrp="1"/>
          </p:cNvSpPr>
          <p:nvPr>
            <p:ph type="title"/>
          </p:nvPr>
        </p:nvSpPr>
        <p:spPr>
          <a:xfrm>
            <a:off x="142200" y="199080"/>
            <a:ext cx="11907360" cy="507240"/>
          </a:xfrm>
          <a:prstGeom prst="rect">
            <a:avLst/>
          </a:prstGeom>
          <a:noFill/>
          <a:ln w="0">
            <a:solidFill>
              <a:schemeClr val="accent1"/>
            </a:solidFill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chemeClr val="dk1"/>
                </a:solidFill>
                <a:latin typeface="Calibri Light"/>
              </a:rPr>
              <a:t>MC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Title 1"/>
          <p:cNvSpPr/>
          <p:nvPr/>
        </p:nvSpPr>
        <p:spPr>
          <a:xfrm>
            <a:off x="142200" y="901800"/>
            <a:ext cx="11907360" cy="389160"/>
          </a:xfrm>
          <a:prstGeom prst="rect">
            <a:avLst/>
          </a:prstGeom>
          <a:noFill/>
          <a:ln w="0">
            <a:solidFill>
              <a:srgbClr val="5b9bd5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90000"/>
              </a:lnSpc>
            </a:pPr>
            <a:r>
              <a:rPr b="1" lang="en-US" sz="1800" spc="-1" strike="noStrike">
                <a:solidFill>
                  <a:schemeClr val="dk1"/>
                </a:solidFill>
                <a:latin typeface="Calibri Light"/>
              </a:rPr>
              <a:t>F9  tuşuna basınca yukarıdaki menüye geçilir.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0" name="Picture 4" descr=""/>
          <p:cNvPicPr/>
          <p:nvPr/>
        </p:nvPicPr>
        <p:blipFill>
          <a:blip r:embed="rId1"/>
          <a:stretch/>
        </p:blipFill>
        <p:spPr>
          <a:xfrm>
            <a:off x="89640" y="1443960"/>
            <a:ext cx="12012120" cy="5276880"/>
          </a:xfrm>
          <a:prstGeom prst="rect">
            <a:avLst/>
          </a:prstGeom>
          <a:ln w="0">
            <a:noFill/>
          </a:ln>
        </p:spPr>
      </p:pic>
      <p:sp>
        <p:nvSpPr>
          <p:cNvPr id="211" name="PlaceHolder 2"/>
          <p:cNvSpPr>
            <a:spLocks noGrp="1"/>
          </p:cNvSpPr>
          <p:nvPr>
            <p:ph type="ftr" idx="68"/>
          </p:nvPr>
        </p:nvSpPr>
        <p:spPr>
          <a:xfrm>
            <a:off x="0" y="6356520"/>
            <a:ext cx="121914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1" lang="en-US" sz="900" spc="-1" strike="noStrike">
                <a:solidFill>
                  <a:srgbClr val="bfbfbf"/>
                </a:solidFill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bfbfbf"/>
                </a:solidFill>
                <a:latin typeface="Arial"/>
              </a:rPr>
              <a:t>TASNİF DIŞI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 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title"/>
          </p:nvPr>
        </p:nvSpPr>
        <p:spPr>
          <a:xfrm>
            <a:off x="142200" y="199080"/>
            <a:ext cx="11907360" cy="507240"/>
          </a:xfrm>
          <a:prstGeom prst="rect">
            <a:avLst/>
          </a:prstGeom>
          <a:noFill/>
          <a:ln w="0">
            <a:solidFill>
              <a:schemeClr val="accent1"/>
            </a:solidFill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chemeClr val="dk1"/>
                </a:solidFill>
                <a:latin typeface="Calibri Light"/>
              </a:rPr>
              <a:t>MC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Title 1"/>
          <p:cNvSpPr/>
          <p:nvPr/>
        </p:nvSpPr>
        <p:spPr>
          <a:xfrm>
            <a:off x="142200" y="901800"/>
            <a:ext cx="11907360" cy="389160"/>
          </a:xfrm>
          <a:prstGeom prst="rect">
            <a:avLst/>
          </a:prstGeom>
          <a:noFill/>
          <a:ln w="0">
            <a:solidFill>
              <a:srgbClr val="5b9bd5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90000"/>
              </a:lnSpc>
            </a:pPr>
            <a:r>
              <a:rPr b="1" lang="en-US" sz="1800" spc="-1" strike="noStrike">
                <a:solidFill>
                  <a:schemeClr val="dk1"/>
                </a:solidFill>
                <a:latin typeface="Calibri Light"/>
              </a:rPr>
              <a:t>Ok tuşları ile options &gt; Appearance ‘a gidilip görünüş değiştirilir.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4" name="Picture 5" descr=""/>
          <p:cNvPicPr/>
          <p:nvPr/>
        </p:nvPicPr>
        <p:blipFill>
          <a:blip r:embed="rId1"/>
          <a:stretch/>
        </p:blipFill>
        <p:spPr>
          <a:xfrm>
            <a:off x="89640" y="1486080"/>
            <a:ext cx="12012120" cy="5276880"/>
          </a:xfrm>
          <a:prstGeom prst="rect">
            <a:avLst/>
          </a:prstGeom>
          <a:ln w="0">
            <a:noFill/>
          </a:ln>
        </p:spPr>
      </p:pic>
      <p:sp>
        <p:nvSpPr>
          <p:cNvPr id="215" name="PlaceHolder 2"/>
          <p:cNvSpPr>
            <a:spLocks noGrp="1"/>
          </p:cNvSpPr>
          <p:nvPr>
            <p:ph type="ftr" idx="69"/>
          </p:nvPr>
        </p:nvSpPr>
        <p:spPr>
          <a:xfrm>
            <a:off x="0" y="6356520"/>
            <a:ext cx="121914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1" lang="en-US" sz="900" spc="-1" strike="noStrike">
                <a:solidFill>
                  <a:srgbClr val="bfbfbf"/>
                </a:solidFill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bfbfbf"/>
                </a:solidFill>
                <a:latin typeface="Arial"/>
              </a:rPr>
              <a:t>TASNİF DIŞI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 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/>
          <p:cNvSpPr>
            <a:spLocks noGrp="1"/>
          </p:cNvSpPr>
          <p:nvPr>
            <p:ph type="title"/>
          </p:nvPr>
        </p:nvSpPr>
        <p:spPr>
          <a:xfrm>
            <a:off x="142200" y="199080"/>
            <a:ext cx="11907360" cy="507240"/>
          </a:xfrm>
          <a:prstGeom prst="rect">
            <a:avLst/>
          </a:prstGeom>
          <a:noFill/>
          <a:ln w="0">
            <a:solidFill>
              <a:schemeClr val="accent1"/>
            </a:solidFill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chemeClr val="dk1"/>
                </a:solidFill>
                <a:latin typeface="Calibri Light"/>
              </a:rPr>
              <a:t>MC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Title 1"/>
          <p:cNvSpPr/>
          <p:nvPr/>
        </p:nvSpPr>
        <p:spPr>
          <a:xfrm>
            <a:off x="142200" y="901800"/>
            <a:ext cx="11907360" cy="389160"/>
          </a:xfrm>
          <a:prstGeom prst="rect">
            <a:avLst/>
          </a:prstGeom>
          <a:noFill/>
          <a:ln w="0">
            <a:solidFill>
              <a:srgbClr val="5b9bd5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90000"/>
              </a:lnSpc>
            </a:pPr>
            <a:r>
              <a:rPr b="1" lang="en-US" sz="1800" spc="-1" strike="noStrike">
                <a:solidFill>
                  <a:schemeClr val="dk1"/>
                </a:solidFill>
                <a:latin typeface="Calibri Light"/>
              </a:rPr>
              <a:t>Seçim yapıldıktan sonra TAB ile “OK” butonun üstüne gelinir ve “Enter” tuşuna basilar.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8" name="Picture 4" descr=""/>
          <p:cNvPicPr/>
          <p:nvPr/>
        </p:nvPicPr>
        <p:blipFill>
          <a:blip r:embed="rId1"/>
          <a:stretch/>
        </p:blipFill>
        <p:spPr>
          <a:xfrm>
            <a:off x="89640" y="1443960"/>
            <a:ext cx="12012120" cy="5276880"/>
          </a:xfrm>
          <a:prstGeom prst="rect">
            <a:avLst/>
          </a:prstGeom>
          <a:ln w="0">
            <a:noFill/>
          </a:ln>
        </p:spPr>
      </p:pic>
      <p:sp>
        <p:nvSpPr>
          <p:cNvPr id="219" name="PlaceHolder 2"/>
          <p:cNvSpPr>
            <a:spLocks noGrp="1"/>
          </p:cNvSpPr>
          <p:nvPr>
            <p:ph type="ftr" idx="70"/>
          </p:nvPr>
        </p:nvSpPr>
        <p:spPr>
          <a:xfrm>
            <a:off x="0" y="6356520"/>
            <a:ext cx="121914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1" lang="en-US" sz="900" spc="-1" strike="noStrike">
                <a:solidFill>
                  <a:srgbClr val="bfbfbf"/>
                </a:solidFill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bfbfbf"/>
                </a:solidFill>
                <a:latin typeface="Arial"/>
              </a:rPr>
              <a:t>TASNİF DIŞI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 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/>
          </p:cNvSpPr>
          <p:nvPr>
            <p:ph type="title"/>
          </p:nvPr>
        </p:nvSpPr>
        <p:spPr>
          <a:xfrm>
            <a:off x="142200" y="199080"/>
            <a:ext cx="11907360" cy="507240"/>
          </a:xfrm>
          <a:prstGeom prst="rect">
            <a:avLst/>
          </a:prstGeom>
          <a:noFill/>
          <a:ln w="0">
            <a:solidFill>
              <a:schemeClr val="accent1"/>
            </a:solidFill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chemeClr val="dk1"/>
                </a:solidFill>
                <a:latin typeface="Calibri Light"/>
              </a:rPr>
              <a:t>MC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Title 1"/>
          <p:cNvSpPr/>
          <p:nvPr/>
        </p:nvSpPr>
        <p:spPr>
          <a:xfrm>
            <a:off x="142200" y="901800"/>
            <a:ext cx="11907360" cy="389160"/>
          </a:xfrm>
          <a:prstGeom prst="rect">
            <a:avLst/>
          </a:prstGeom>
          <a:noFill/>
          <a:ln w="0">
            <a:solidFill>
              <a:srgbClr val="5b9bd5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90000"/>
              </a:lnSpc>
            </a:pPr>
            <a:r>
              <a:rPr b="1" lang="en-US" sz="1800" spc="-1" strike="noStrike">
                <a:solidFill>
                  <a:schemeClr val="dk1"/>
                </a:solidFill>
                <a:latin typeface="Calibri Light"/>
              </a:rPr>
              <a:t>Layout menüsünde ekranın sağ/sol ayarları yapılır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2" name="Picture 5" descr=""/>
          <p:cNvPicPr/>
          <p:nvPr/>
        </p:nvPicPr>
        <p:blipFill>
          <a:blip r:embed="rId1"/>
          <a:stretch/>
        </p:blipFill>
        <p:spPr>
          <a:xfrm>
            <a:off x="89640" y="1443960"/>
            <a:ext cx="12012120" cy="5276880"/>
          </a:xfrm>
          <a:prstGeom prst="rect">
            <a:avLst/>
          </a:prstGeom>
          <a:ln w="0">
            <a:noFill/>
          </a:ln>
        </p:spPr>
      </p:pic>
      <p:sp>
        <p:nvSpPr>
          <p:cNvPr id="223" name="PlaceHolder 2"/>
          <p:cNvSpPr>
            <a:spLocks noGrp="1"/>
          </p:cNvSpPr>
          <p:nvPr>
            <p:ph type="ftr" idx="71"/>
          </p:nvPr>
        </p:nvSpPr>
        <p:spPr>
          <a:xfrm>
            <a:off x="0" y="6356520"/>
            <a:ext cx="121914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1" lang="en-US" sz="900" spc="-1" strike="noStrike">
                <a:solidFill>
                  <a:srgbClr val="bfbfbf"/>
                </a:solidFill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bfbfbf"/>
                </a:solidFill>
                <a:latin typeface="Arial"/>
              </a:rPr>
              <a:t>TASNİF DIŞI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 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title"/>
          </p:nvPr>
        </p:nvSpPr>
        <p:spPr>
          <a:xfrm>
            <a:off x="142200" y="199080"/>
            <a:ext cx="11907360" cy="507240"/>
          </a:xfrm>
          <a:prstGeom prst="rect">
            <a:avLst/>
          </a:prstGeom>
          <a:noFill/>
          <a:ln w="0">
            <a:solidFill>
              <a:schemeClr val="accent1"/>
            </a:solidFill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chemeClr val="dk1"/>
                </a:solidFill>
                <a:latin typeface="Calibri Light"/>
              </a:rPr>
              <a:t>MC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Title 1"/>
          <p:cNvSpPr/>
          <p:nvPr/>
        </p:nvSpPr>
        <p:spPr>
          <a:xfrm>
            <a:off x="142200" y="901800"/>
            <a:ext cx="11907360" cy="389160"/>
          </a:xfrm>
          <a:prstGeom prst="rect">
            <a:avLst/>
          </a:prstGeom>
          <a:noFill/>
          <a:ln w="0">
            <a:solidFill>
              <a:srgbClr val="5b9bd5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90000"/>
              </a:lnSpc>
            </a:pPr>
            <a:r>
              <a:rPr b="1" lang="en-US" sz="1800" spc="-1" strike="noStrike">
                <a:solidFill>
                  <a:schemeClr val="dk1"/>
                </a:solidFill>
                <a:latin typeface="Calibri Light"/>
              </a:rPr>
              <a:t>Layout menüsünde ekranın sağ/sol ayarları yapılır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6" name="Picture 4" descr=""/>
          <p:cNvPicPr/>
          <p:nvPr/>
        </p:nvPicPr>
        <p:blipFill>
          <a:blip r:embed="rId1"/>
          <a:stretch/>
        </p:blipFill>
        <p:spPr>
          <a:xfrm>
            <a:off x="89640" y="1486080"/>
            <a:ext cx="12012120" cy="5276880"/>
          </a:xfrm>
          <a:prstGeom prst="rect">
            <a:avLst/>
          </a:prstGeom>
          <a:ln w="0">
            <a:noFill/>
          </a:ln>
        </p:spPr>
      </p:pic>
      <p:sp>
        <p:nvSpPr>
          <p:cNvPr id="227" name="PlaceHolder 2"/>
          <p:cNvSpPr>
            <a:spLocks noGrp="1"/>
          </p:cNvSpPr>
          <p:nvPr>
            <p:ph type="ftr" idx="72"/>
          </p:nvPr>
        </p:nvSpPr>
        <p:spPr>
          <a:xfrm>
            <a:off x="0" y="6356520"/>
            <a:ext cx="121914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1" lang="en-US" sz="900" spc="-1" strike="noStrike">
                <a:solidFill>
                  <a:srgbClr val="bfbfbf"/>
                </a:solidFill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bfbfbf"/>
                </a:solidFill>
                <a:latin typeface="Arial"/>
              </a:rPr>
              <a:t>TASNİF DIŞI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 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PlaceHolder 1"/>
          <p:cNvSpPr>
            <a:spLocks noGrp="1"/>
          </p:cNvSpPr>
          <p:nvPr>
            <p:ph type="title"/>
          </p:nvPr>
        </p:nvSpPr>
        <p:spPr>
          <a:xfrm>
            <a:off x="142200" y="199080"/>
            <a:ext cx="11907360" cy="507240"/>
          </a:xfrm>
          <a:prstGeom prst="rect">
            <a:avLst/>
          </a:prstGeom>
          <a:noFill/>
          <a:ln w="0">
            <a:solidFill>
              <a:schemeClr val="accent1"/>
            </a:solidFill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chemeClr val="dk1"/>
                </a:solidFill>
                <a:latin typeface="Calibri Light"/>
              </a:rPr>
              <a:t>MC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Title 1"/>
          <p:cNvSpPr/>
          <p:nvPr/>
        </p:nvSpPr>
        <p:spPr>
          <a:xfrm>
            <a:off x="142200" y="901800"/>
            <a:ext cx="11907360" cy="389160"/>
          </a:xfrm>
          <a:prstGeom prst="rect">
            <a:avLst/>
          </a:prstGeom>
          <a:noFill/>
          <a:ln w="0">
            <a:solidFill>
              <a:srgbClr val="5b9bd5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90000"/>
              </a:lnSpc>
            </a:pPr>
            <a:r>
              <a:rPr b="1" lang="en-US" sz="1800" spc="-1" strike="noStrike">
                <a:solidFill>
                  <a:schemeClr val="dk1"/>
                </a:solidFill>
                <a:latin typeface="Calibri Light"/>
              </a:rPr>
              <a:t>Yapılan ayarlar aşağıdaki gibi save edilir.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30" name="Picture 5" descr=""/>
          <p:cNvPicPr/>
          <p:nvPr/>
        </p:nvPicPr>
        <p:blipFill>
          <a:blip r:embed="rId1"/>
          <a:stretch/>
        </p:blipFill>
        <p:spPr>
          <a:xfrm>
            <a:off x="37080" y="1443960"/>
            <a:ext cx="12012120" cy="5276880"/>
          </a:xfrm>
          <a:prstGeom prst="rect">
            <a:avLst/>
          </a:prstGeom>
          <a:ln w="0">
            <a:noFill/>
          </a:ln>
        </p:spPr>
      </p:pic>
      <p:sp>
        <p:nvSpPr>
          <p:cNvPr id="231" name="PlaceHolder 2"/>
          <p:cNvSpPr>
            <a:spLocks noGrp="1"/>
          </p:cNvSpPr>
          <p:nvPr>
            <p:ph type="ftr" idx="73"/>
          </p:nvPr>
        </p:nvSpPr>
        <p:spPr>
          <a:xfrm>
            <a:off x="0" y="6356520"/>
            <a:ext cx="121914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1" lang="en-US" sz="900" spc="-1" strike="noStrike">
                <a:solidFill>
                  <a:srgbClr val="bfbfbf"/>
                </a:solidFill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bfbfbf"/>
                </a:solidFill>
                <a:latin typeface="Arial"/>
              </a:rPr>
              <a:t>TASNİF DIŞI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 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laceHolder 1"/>
          <p:cNvSpPr>
            <a:spLocks noGrp="1"/>
          </p:cNvSpPr>
          <p:nvPr>
            <p:ph type="title"/>
          </p:nvPr>
        </p:nvSpPr>
        <p:spPr>
          <a:xfrm>
            <a:off x="142200" y="199080"/>
            <a:ext cx="11907360" cy="507240"/>
          </a:xfrm>
          <a:prstGeom prst="rect">
            <a:avLst/>
          </a:prstGeom>
          <a:noFill/>
          <a:ln w="0">
            <a:solidFill>
              <a:schemeClr val="accent1"/>
            </a:solidFill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chemeClr val="dk1"/>
                </a:solidFill>
                <a:latin typeface="Calibri Light"/>
              </a:rPr>
              <a:t>MC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Title 1"/>
          <p:cNvSpPr/>
          <p:nvPr/>
        </p:nvSpPr>
        <p:spPr>
          <a:xfrm>
            <a:off x="142200" y="901800"/>
            <a:ext cx="11907360" cy="389160"/>
          </a:xfrm>
          <a:prstGeom prst="rect">
            <a:avLst/>
          </a:prstGeom>
          <a:noFill/>
          <a:ln w="0">
            <a:solidFill>
              <a:srgbClr val="5b9bd5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90000"/>
              </a:lnSpc>
            </a:pPr>
            <a:r>
              <a:rPr b="1" lang="en-US" sz="1800" spc="-1" strike="noStrike">
                <a:solidFill>
                  <a:schemeClr val="dk1"/>
                </a:solidFill>
                <a:latin typeface="Calibri Light"/>
              </a:rPr>
              <a:t>F9 &gt; Right &gt; Quick View seçilerek, soldaki dosyanın içeriğinin sağda görünmesi sağlanır.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34" name="Picture 4" descr=""/>
          <p:cNvPicPr/>
          <p:nvPr/>
        </p:nvPicPr>
        <p:blipFill>
          <a:blip r:embed="rId1"/>
          <a:stretch/>
        </p:blipFill>
        <p:spPr>
          <a:xfrm>
            <a:off x="89640" y="1374840"/>
            <a:ext cx="12012120" cy="5276880"/>
          </a:xfrm>
          <a:prstGeom prst="rect">
            <a:avLst/>
          </a:prstGeom>
          <a:ln w="0">
            <a:noFill/>
          </a:ln>
        </p:spPr>
      </p:pic>
      <p:sp>
        <p:nvSpPr>
          <p:cNvPr id="235" name="PlaceHolder 2"/>
          <p:cNvSpPr>
            <a:spLocks noGrp="1"/>
          </p:cNvSpPr>
          <p:nvPr>
            <p:ph type="ftr" idx="74"/>
          </p:nvPr>
        </p:nvSpPr>
        <p:spPr>
          <a:xfrm>
            <a:off x="0" y="6356520"/>
            <a:ext cx="121914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1" lang="en-US" sz="900" spc="-1" strike="noStrike">
                <a:solidFill>
                  <a:srgbClr val="bfbfbf"/>
                </a:solidFill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bfbfbf"/>
                </a:solidFill>
                <a:latin typeface="Arial"/>
              </a:rPr>
              <a:t>TASNİF DIŞI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 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/>
          </p:cNvSpPr>
          <p:nvPr>
            <p:ph type="title"/>
          </p:nvPr>
        </p:nvSpPr>
        <p:spPr>
          <a:xfrm>
            <a:off x="142200" y="199080"/>
            <a:ext cx="11907360" cy="507240"/>
          </a:xfrm>
          <a:prstGeom prst="rect">
            <a:avLst/>
          </a:prstGeom>
          <a:noFill/>
          <a:ln w="0">
            <a:solidFill>
              <a:schemeClr val="accent1"/>
            </a:solidFill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chemeClr val="dk1"/>
                </a:solidFill>
                <a:latin typeface="Calibri Light"/>
              </a:rPr>
              <a:t>MC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Title 1"/>
          <p:cNvSpPr/>
          <p:nvPr/>
        </p:nvSpPr>
        <p:spPr>
          <a:xfrm>
            <a:off x="142200" y="901800"/>
            <a:ext cx="11907360" cy="389160"/>
          </a:xfrm>
          <a:prstGeom prst="rect">
            <a:avLst/>
          </a:prstGeom>
          <a:noFill/>
          <a:ln w="0">
            <a:solidFill>
              <a:srgbClr val="5b9bd5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90000"/>
              </a:lnSpc>
            </a:pPr>
            <a:r>
              <a:rPr b="1" lang="en-US" sz="1800" spc="-1" strike="noStrike">
                <a:solidFill>
                  <a:schemeClr val="dk1"/>
                </a:solidFill>
                <a:latin typeface="Calibri Light"/>
              </a:rPr>
              <a:t>F9 &gt; Right &gt; Quick View seçilerek, soldaki dosyanın içeriğinin sağda görünmesi sağlanır.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38" name="Picture 4" descr=""/>
          <p:cNvPicPr/>
          <p:nvPr/>
        </p:nvPicPr>
        <p:blipFill>
          <a:blip r:embed="rId1"/>
          <a:stretch/>
        </p:blipFill>
        <p:spPr>
          <a:xfrm>
            <a:off x="89640" y="1374840"/>
            <a:ext cx="12012120" cy="5276880"/>
          </a:xfrm>
          <a:prstGeom prst="rect">
            <a:avLst/>
          </a:prstGeom>
          <a:ln w="0">
            <a:noFill/>
          </a:ln>
        </p:spPr>
      </p:pic>
      <p:sp>
        <p:nvSpPr>
          <p:cNvPr id="239" name="PlaceHolder 2"/>
          <p:cNvSpPr>
            <a:spLocks noGrp="1"/>
          </p:cNvSpPr>
          <p:nvPr>
            <p:ph type="ftr" idx="75"/>
          </p:nvPr>
        </p:nvSpPr>
        <p:spPr>
          <a:xfrm>
            <a:off x="0" y="6356520"/>
            <a:ext cx="121914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1" lang="en-US" sz="900" spc="-1" strike="noStrike">
                <a:solidFill>
                  <a:srgbClr val="bfbfbf"/>
                </a:solidFill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bfbfbf"/>
                </a:solidFill>
                <a:latin typeface="Arial"/>
              </a:rPr>
              <a:t>TASNİF DIŞI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 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PlaceHolder 1"/>
          <p:cNvSpPr>
            <a:spLocks noGrp="1"/>
          </p:cNvSpPr>
          <p:nvPr>
            <p:ph type="title"/>
          </p:nvPr>
        </p:nvSpPr>
        <p:spPr>
          <a:xfrm>
            <a:off x="142200" y="199080"/>
            <a:ext cx="11907360" cy="507240"/>
          </a:xfrm>
          <a:prstGeom prst="rect">
            <a:avLst/>
          </a:prstGeom>
          <a:noFill/>
          <a:ln w="0">
            <a:solidFill>
              <a:schemeClr val="accent1"/>
            </a:solidFill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chemeClr val="dk1"/>
                </a:solidFill>
                <a:latin typeface="Calibri Light"/>
              </a:rPr>
              <a:t>MC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Title 1"/>
          <p:cNvSpPr/>
          <p:nvPr/>
        </p:nvSpPr>
        <p:spPr>
          <a:xfrm>
            <a:off x="142200" y="901800"/>
            <a:ext cx="11907360" cy="389160"/>
          </a:xfrm>
          <a:prstGeom prst="rect">
            <a:avLst/>
          </a:prstGeom>
          <a:noFill/>
          <a:ln w="0">
            <a:solidFill>
              <a:srgbClr val="5b9bd5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90000"/>
              </a:lnSpc>
            </a:pPr>
            <a:r>
              <a:rPr b="1" lang="en-US" sz="1800" spc="-1" strike="noStrike">
                <a:solidFill>
                  <a:schemeClr val="dk1"/>
                </a:solidFill>
                <a:latin typeface="Calibri Light"/>
              </a:rPr>
              <a:t>Ok tuşları ile sağ menüdeki bir dosya seçilip “F4” tuşuna basınca edit moduna geçilir (VI’dan daha kolaydır </a:t>
            </a:r>
            <a:r>
              <a:rPr b="1" lang="en-US" sz="1800" spc="-1" strike="noStrike">
                <a:solidFill>
                  <a:schemeClr val="dk1"/>
                </a:solidFill>
                <a:latin typeface="Wingdings"/>
              </a:rPr>
              <a:t></a:t>
            </a:r>
            <a:r>
              <a:rPr b="1" lang="en-US" sz="1800" spc="-1" strike="noStrike">
                <a:solidFill>
                  <a:schemeClr val="dk1"/>
                </a:solidFill>
                <a:latin typeface="Calibri Light"/>
              </a:rPr>
              <a:t> 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42" name="Picture 5" descr=""/>
          <p:cNvPicPr/>
          <p:nvPr/>
        </p:nvPicPr>
        <p:blipFill>
          <a:blip r:embed="rId1"/>
          <a:stretch/>
        </p:blipFill>
        <p:spPr>
          <a:xfrm>
            <a:off x="89640" y="1443960"/>
            <a:ext cx="12012120" cy="5276880"/>
          </a:xfrm>
          <a:prstGeom prst="rect">
            <a:avLst/>
          </a:prstGeom>
          <a:ln w="0">
            <a:noFill/>
          </a:ln>
        </p:spPr>
      </p:pic>
      <p:sp>
        <p:nvSpPr>
          <p:cNvPr id="243" name="PlaceHolder 2"/>
          <p:cNvSpPr>
            <a:spLocks noGrp="1"/>
          </p:cNvSpPr>
          <p:nvPr>
            <p:ph type="ftr" idx="76"/>
          </p:nvPr>
        </p:nvSpPr>
        <p:spPr>
          <a:xfrm>
            <a:off x="0" y="6356520"/>
            <a:ext cx="121914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1" lang="en-US" sz="900" spc="-1" strike="noStrike">
                <a:solidFill>
                  <a:srgbClr val="bfbfbf"/>
                </a:solidFill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bfbfbf"/>
                </a:solidFill>
                <a:latin typeface="Arial"/>
              </a:rPr>
              <a:t>TASNİF DIŞI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 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PlaceHolder 1"/>
          <p:cNvSpPr>
            <a:spLocks noGrp="1"/>
          </p:cNvSpPr>
          <p:nvPr>
            <p:ph type="title"/>
          </p:nvPr>
        </p:nvSpPr>
        <p:spPr>
          <a:xfrm>
            <a:off x="142200" y="199080"/>
            <a:ext cx="11907360" cy="507240"/>
          </a:xfrm>
          <a:prstGeom prst="rect">
            <a:avLst/>
          </a:prstGeom>
          <a:noFill/>
          <a:ln w="0">
            <a:solidFill>
              <a:schemeClr val="accent1"/>
            </a:solidFill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chemeClr val="dk1"/>
                </a:solidFill>
                <a:latin typeface="Calibri Light"/>
              </a:rPr>
              <a:t>MC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Title 1"/>
          <p:cNvSpPr/>
          <p:nvPr/>
        </p:nvSpPr>
        <p:spPr>
          <a:xfrm>
            <a:off x="142200" y="901800"/>
            <a:ext cx="11907360" cy="389160"/>
          </a:xfrm>
          <a:prstGeom prst="rect">
            <a:avLst/>
          </a:prstGeom>
          <a:noFill/>
          <a:ln w="0">
            <a:solidFill>
              <a:srgbClr val="5b9bd5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90000"/>
              </a:lnSpc>
            </a:pPr>
            <a:r>
              <a:rPr b="1" lang="en-US" sz="1800" spc="-1" strike="noStrike">
                <a:solidFill>
                  <a:schemeClr val="dk1"/>
                </a:solidFill>
                <a:latin typeface="Calibri Light"/>
              </a:rPr>
              <a:t>Dosyada düzenlememizi yaptıktan sonra “F2” tuşu ile save ederiz, “F10” tuşu ile bir önceki slayttaki ekrana döneriz.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46" name="Picture 4" descr=""/>
          <p:cNvPicPr/>
          <p:nvPr/>
        </p:nvPicPr>
        <p:blipFill>
          <a:blip r:embed="rId1"/>
          <a:stretch/>
        </p:blipFill>
        <p:spPr>
          <a:xfrm>
            <a:off x="142200" y="1443960"/>
            <a:ext cx="12012120" cy="5276880"/>
          </a:xfrm>
          <a:prstGeom prst="rect">
            <a:avLst/>
          </a:prstGeom>
          <a:ln w="0">
            <a:noFill/>
          </a:ln>
        </p:spPr>
      </p:pic>
      <p:sp>
        <p:nvSpPr>
          <p:cNvPr id="247" name="PlaceHolder 2"/>
          <p:cNvSpPr>
            <a:spLocks noGrp="1"/>
          </p:cNvSpPr>
          <p:nvPr>
            <p:ph type="ftr" idx="77"/>
          </p:nvPr>
        </p:nvSpPr>
        <p:spPr>
          <a:xfrm>
            <a:off x="0" y="6356520"/>
            <a:ext cx="121914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1" lang="en-US" sz="900" spc="-1" strike="noStrike">
                <a:solidFill>
                  <a:srgbClr val="bfbfbf"/>
                </a:solidFill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bfbfbf"/>
                </a:solidFill>
                <a:latin typeface="Arial"/>
              </a:rPr>
              <a:t>TASNİF DIŞI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 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customXml/_rels/item1.xml.rels><?xml version="1.0" encoding="UTF-8"?>
<Relationships xmlns="http://schemas.openxmlformats.org/package/2006/relationships"><Relationship Id="rId1" Type="http://schemas.openxmlformats.org/officeDocument/2006/relationships/customXmlProps" Target="itemProps1.xml"/>
</Relationships>
</file>

<file path=customXml/item1.xml><?xml version="1.0" encoding="utf-8"?>
<sisl xmlns:xsi="http://www.w3.org/2001/XMLSchema-instance" xmlns:xsd="http://www.w3.org/2001/XMLSchema" xmlns="http://www.boldonjames.com/2008/01/sie/internal/label" sislVersion="0" policy="753fb180-a0f1-47ee-bb6b-5956a4b631ac" origin="userSelected">
  <element uid="id_classification_nonbusiness" value=""/>
  <element uid="28101b78-9dca-49f0-9bb7-5ad98141e387" value=""/>
</sisl>
</file>

<file path=customXml/itemProps1.xml><?xml version="1.0" encoding="utf-8"?>
<ds:datastoreItem xmlns:ds="http://schemas.openxmlformats.org/officeDocument/2006/customXml" ds:itemID="{97D3A2FE-A584-4AE8-A2AD-24D88054E65D}">
  <ds:schemaRefs>
    <ds:schemaRef ds:uri="http://www.w3.org/2001/XMLSchema"/>
    <ds:schemaRef ds:uri="http://www.boldonjames.com/2008/01/sie/internal/label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9731</TotalTime>
  <Application>LibreOffice/24.2.7.2$Linux_X86_64 LibreOffice_project/420$Build-2</Application>
  <AppVersion>15.0000</AppVersion>
  <Words>4481</Words>
  <Paragraphs>1135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2022-05-12T11:29:13Z</dcterms:created>
  <dc:creator>Mehmet PEKMEZCİ</dc:creator>
  <dc:description/>
  <dc:language>en-US</dc:language>
  <cp:lastModifiedBy/>
  <dcterms:modified xsi:type="dcterms:W3CDTF">2025-09-13T14:44:53Z</dcterms:modified>
  <cp:revision>44</cp:revision>
  <dc:subject/>
  <dc:title>BASH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37</vt:i4>
  </property>
  <property fmtid="{D5CDD505-2E9C-101B-9397-08002B2CF9AE}" pid="3" name="PresentationFormat">
    <vt:lpwstr>Widescreen</vt:lpwstr>
  </property>
  <property fmtid="{D5CDD505-2E9C-101B-9397-08002B2CF9AE}" pid="4" name="Slides">
    <vt:i4>37</vt:i4>
  </property>
  <property fmtid="{D5CDD505-2E9C-101B-9397-08002B2CF9AE}" pid="5" name="bjClsUserRVM">
    <vt:lpwstr>[]</vt:lpwstr>
  </property>
  <property fmtid="{D5CDD505-2E9C-101B-9397-08002B2CF9AE}" pid="6" name="bjDocumentLabelXML">
    <vt:lpwstr>&lt;?xml version="1.0" encoding="us-ascii"?&gt;&lt;sisl xmlns:xsi="http://www.w3.org/2001/XMLSchema-instance" xmlns:xsd="http://www.w3.org/2001/XMLSchema" sislVersion="0" policy="753fb180-a0f1-47ee-bb6b-5956a4b631ac" origin="userSelected" xmlns="http://www.boldonj</vt:lpwstr>
  </property>
  <property fmtid="{D5CDD505-2E9C-101B-9397-08002B2CF9AE}" pid="7" name="bjDocumentLabelXML-0">
    <vt:lpwstr>ames.com/2008/01/sie/internal/label"&gt;&lt;element uid="id_classification_nonbusiness" value="" /&gt;&lt;element uid="28101b78-9dca-49f0-9bb7-5ad98141e387" value="" /&gt;&lt;/sisl&gt;</vt:lpwstr>
  </property>
  <property fmtid="{D5CDD505-2E9C-101B-9397-08002B2CF9AE}" pid="8" name="bjDocumentSecurityLabel">
    <vt:lpwstr>TASNİF DIŞI</vt:lpwstr>
  </property>
  <property fmtid="{D5CDD505-2E9C-101B-9397-08002B2CF9AE}" pid="9" name="bjSaver">
    <vt:lpwstr>wg6rAoR1DkgcFZhxwI47wPNFGthsdb7u</vt:lpwstr>
  </property>
  <property fmtid="{D5CDD505-2E9C-101B-9397-08002B2CF9AE}" pid="10" name="bjSlideMasterFooterText">
    <vt:lpwstr>TASNİF DIŞI
 </vt:lpwstr>
  </property>
  <property fmtid="{D5CDD505-2E9C-101B-9397-08002B2CF9AE}" pid="11" name="docIndexRef">
    <vt:lpwstr>048c6ba2-9d40-4e2a-ab7c-9b8fb31cced6</vt:lpwstr>
  </property>
</Properties>
</file>