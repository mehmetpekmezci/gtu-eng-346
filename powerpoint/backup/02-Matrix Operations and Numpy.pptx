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1.xml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1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2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BC3B97D-F805-4E8F-B77F-8D23BF7DE06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0640" cy="308052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0640" cy="359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PlaceHolder 4"/>
          <p:cNvSpPr>
            <a:spLocks noGrp="1"/>
          </p:cNvSpPr>
          <p:nvPr>
            <p:ph type="ftr" idx="22"/>
          </p:nvPr>
        </p:nvSpPr>
        <p:spPr>
          <a:xfrm>
            <a:off x="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" name="PlaceHolder 5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66040" cy="4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E2CB6D6-E05C-4548-A84A-620CF89623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6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107000"/>
            <a:ext cx="10509840" cy="506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B6BB56-05F0-4458-8179-40E103B881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6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09840" cy="506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DF457CF-DB9D-4A6F-97E3-38E3B0306E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5E1FD2E-D2C0-4A11-BBBC-0BA6B46F93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6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128560" cy="506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23320" y="1107000"/>
            <a:ext cx="5128560" cy="506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7562367-0073-431B-A785-B8E8BBEBCD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6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D956F88-11B4-4472-897A-F8995536A6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8ACFA0E-F174-452E-B553-76E69BB779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240" cy="10083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6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AF35707-7671-408C-B77C-4C3565BA3AD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240" cy="100836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6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10509840" cy="506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A9D4F59-3BD2-4F8B-9079-D895FFA87D7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240" cy="100836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685D0C1-0304-4644-A1D8-EBE4422D6E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240" cy="100836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6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5128560" cy="506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23680" y="1107000"/>
            <a:ext cx="5128560" cy="506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32F46CD-D796-4434-A19E-F104A985920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240" cy="1008360"/>
          </a:xfrm>
          <a:prstGeom prst="rect">
            <a:avLst/>
          </a:prstGeom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9840" cy="6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6DE108A-59F9-4E1E-8414-2AE7B8CF775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240" cy="100836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090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FC7A0B6-B0E8-4FA9-B556-5A4B0CE578E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7440" cy="35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6"/>
          <p:cNvSpPr/>
          <p:nvPr/>
        </p:nvSpPr>
        <p:spPr>
          <a:xfrm>
            <a:off x="41400" y="6539040"/>
            <a:ext cx="5149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4240" cy="10083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mpekmezci@gtu.edu.t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341000" y="1252800"/>
            <a:ext cx="9138240" cy="299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ENG 346</a:t>
            </a:r>
            <a:br>
              <a:rPr sz="6000"/>
            </a:b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Data Structures and Algorithms for Artificial Intelligence</a:t>
            </a:r>
            <a:br>
              <a:rPr sz="6000"/>
            </a:br>
            <a:r>
              <a:rPr b="1" lang="en-US" sz="4900" spc="-1" strike="noStrike">
                <a:solidFill>
                  <a:schemeClr val="dk1"/>
                </a:solidFill>
                <a:latin typeface="Calibri Light"/>
              </a:rPr>
              <a:t>Matrix Operations and Numpy</a:t>
            </a:r>
            <a:endParaRPr b="0" lang="en-US" sz="4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496520" y="4462200"/>
            <a:ext cx="9138240" cy="100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Dr. Mehmet PEKMEZCİ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chemeClr val="dk1"/>
                </a:solidFill>
                <a:uFillTx/>
                <a:latin typeface="Calibri"/>
                <a:hlinkClick r:id="rId1"/>
              </a:rPr>
              <a:t>mpekmezci@gtu.edu.tr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https://github.com/mehmetpekmezci/GTU-ENG-346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Codes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685800" y="1143000"/>
            <a:ext cx="11197080" cy="50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https://github.com/mehmetpekmezci/GTU-ENG-346/tree/main/matrix-numpy-codes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Matrices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85800" y="1143000"/>
            <a:ext cx="11197080" cy="50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Matrices can be used to store data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Image data (nxm) matrix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Sound data (nx1) matrix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Any Log data (nxm) matrix,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e.g. : log of humidity, temperature, … values in a room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Geometric data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Matrices can be used for Linear Transformations (Linear Function)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Rotation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Translation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Stretching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Matrices – Geometric Meaning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228600" y="1143000"/>
            <a:ext cx="11197080" cy="50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</a:rPr>
              <a:t>Rotation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390960" y="1733760"/>
            <a:ext cx="1899720" cy="1919520"/>
          </a:xfrm>
          <a:prstGeom prst="rect">
            <a:avLst/>
          </a:prstGeom>
          <a:ln w="0">
            <a:noFill/>
          </a:ln>
        </p:spPr>
      </p:pic>
      <p:sp>
        <p:nvSpPr>
          <p:cNvPr id="63" name=""/>
          <p:cNvSpPr/>
          <p:nvPr/>
        </p:nvSpPr>
        <p:spPr>
          <a:xfrm>
            <a:off x="3200400" y="6172200"/>
            <a:ext cx="88905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https://articulatedrobotics.xyz/tutorials/coordinate-transforms/rotation-matrices-2d/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2"/>
          <a:stretch/>
        </p:blipFill>
        <p:spPr>
          <a:xfrm>
            <a:off x="2514600" y="1300680"/>
            <a:ext cx="4644000" cy="12096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2514600" y="2743200"/>
            <a:ext cx="9368280" cy="3424680"/>
          </a:xfrm>
          <a:prstGeom prst="rect">
            <a:avLst/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2971800" y="2751840"/>
            <a:ext cx="2281680" cy="6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Example 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3200400" y="3437640"/>
            <a:ext cx="360" cy="18201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3200400" y="5257800"/>
            <a:ext cx="1828800" cy="360"/>
          </a:xfrm>
          <a:prstGeom prst="line">
            <a:avLst/>
          </a:prstGeom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 flipV="1">
            <a:off x="3209400" y="4667400"/>
            <a:ext cx="989640" cy="571680"/>
          </a:xfrm>
          <a:prstGeom prst="line">
            <a:avLst/>
          </a:prstGeom>
          <a:ln w="0">
            <a:solidFill>
              <a:srgbClr val="5eb91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4199040" y="4667400"/>
            <a:ext cx="360" cy="590400"/>
          </a:xfrm>
          <a:prstGeom prst="line">
            <a:avLst/>
          </a:prstGeom>
          <a:ln w="0">
            <a:solidFill>
              <a:srgbClr val="5eb91e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 flipH="1">
            <a:off x="3200400" y="4667400"/>
            <a:ext cx="998640" cy="14760"/>
          </a:xfrm>
          <a:prstGeom prst="line">
            <a:avLst/>
          </a:prstGeom>
          <a:ln cap="rnd" w="0">
            <a:solidFill>
              <a:srgbClr val="468a1a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-30240" bIns="-302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2937960" y="4648320"/>
            <a:ext cx="25812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114800" y="5334120"/>
            <a:ext cx="452880" cy="59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√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 flipV="1">
            <a:off x="3215880" y="4255200"/>
            <a:ext cx="571320" cy="989640"/>
          </a:xfrm>
          <a:prstGeom prst="line">
            <a:avLst/>
          </a:prstGeom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3200400" y="4255200"/>
            <a:ext cx="586800" cy="360"/>
          </a:xfrm>
          <a:prstGeom prst="line">
            <a:avLst/>
          </a:prstGeom>
          <a:ln w="0">
            <a:solidFill>
              <a:srgbClr val="ff0000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 flipV="1">
            <a:off x="3787200" y="4255200"/>
            <a:ext cx="360" cy="1002600"/>
          </a:xfrm>
          <a:prstGeom prst="line">
            <a:avLst/>
          </a:prstGeom>
          <a:ln w="0">
            <a:solidFill>
              <a:srgbClr val="ff0000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3648960" y="5240520"/>
            <a:ext cx="25812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2758680" y="4114800"/>
            <a:ext cx="452880" cy="59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√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120560" y="4046760"/>
            <a:ext cx="613080" cy="5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30</a:t>
            </a:r>
            <a:r>
              <a:rPr b="0" lang="en-US" sz="1800" spc="-1" strike="noStrike" baseline="33000">
                <a:solidFill>
                  <a:srgbClr val="000000"/>
                </a:solidFill>
                <a:latin typeface="Arial"/>
              </a:rPr>
              <a:t>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 flipH="1">
            <a:off x="3445560" y="4292640"/>
            <a:ext cx="847080" cy="685800"/>
          </a:xfrm>
          <a:prstGeom prst="line">
            <a:avLst/>
          </a:prstGeom>
          <a:ln w="0">
            <a:solidFill>
              <a:srgbClr val="3465a4"/>
            </a:solidFill>
            <a:prstDash val="dot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943600" y="3200400"/>
            <a:ext cx="224640" cy="681840"/>
          </a:xfrm>
          <a:custGeom>
            <a:avLst/>
            <a:gdLst>
              <a:gd name="textAreaLeft" fmla="*/ 66960 w 224640"/>
              <a:gd name="textAreaRight" fmla="*/ 228960 w 224640"/>
              <a:gd name="textAreaTop" fmla="*/ 28440 h 681840"/>
              <a:gd name="textAreaBottom" fmla="*/ 657360 h 681840"/>
            </a:gdLst>
            <a:ah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6400800" y="3200400"/>
            <a:ext cx="224640" cy="681840"/>
          </a:xfrm>
          <a:custGeom>
            <a:avLst/>
            <a:gdLst>
              <a:gd name="textAreaLeft" fmla="*/ 0 w 224640"/>
              <a:gd name="textAreaRight" fmla="*/ 160560 w 224640"/>
              <a:gd name="textAreaTop" fmla="*/ 28440 h 681840"/>
              <a:gd name="textAreaBottom" fmla="*/ 657360 h 681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10800" y="0"/>
                  <a:pt x="21600" y="900"/>
                  <a:pt x="21600" y="1800"/>
                </a:cubicBezTo>
                <a:lnTo>
                  <a:pt x="21600" y="19800"/>
                </a:lnTo>
                <a:cubicBezTo>
                  <a:pt x="21600" y="20700"/>
                  <a:pt x="10800" y="21600"/>
                  <a:pt x="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6062760" y="3229200"/>
            <a:ext cx="453240" cy="8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c9211e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c9211e"/>
                </a:solidFill>
                <a:latin typeface="Arial"/>
                <a:ea typeface="Arial"/>
              </a:rPr>
              <a:t>√</a:t>
            </a:r>
            <a:r>
              <a:rPr b="0" lang="en-US" sz="1800" spc="-1" strike="noStrike">
                <a:solidFill>
                  <a:srgbClr val="c9211e"/>
                </a:solidFill>
                <a:latin typeface="Arial"/>
                <a:ea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6858000" y="3429000"/>
            <a:ext cx="2286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858360" y="3547440"/>
            <a:ext cx="2286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5943600" y="3200040"/>
            <a:ext cx="224640" cy="681840"/>
          </a:xfrm>
          <a:custGeom>
            <a:avLst/>
            <a:gdLst>
              <a:gd name="textAreaLeft" fmla="*/ 66960 w 224640"/>
              <a:gd name="textAreaRight" fmla="*/ 228960 w 224640"/>
              <a:gd name="textAreaTop" fmla="*/ 28440 h 681840"/>
              <a:gd name="textAreaBottom" fmla="*/ 657360 h 681840"/>
            </a:gdLst>
            <a:ah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400800" y="3200040"/>
            <a:ext cx="224640" cy="681840"/>
          </a:xfrm>
          <a:custGeom>
            <a:avLst/>
            <a:gdLst>
              <a:gd name="textAreaLeft" fmla="*/ 0 w 224640"/>
              <a:gd name="textAreaRight" fmla="*/ 160560 w 224640"/>
              <a:gd name="textAreaTop" fmla="*/ 28440 h 681840"/>
              <a:gd name="textAreaBottom" fmla="*/ 657360 h 681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10800" y="0"/>
                  <a:pt x="21600" y="900"/>
                  <a:pt x="21600" y="1800"/>
                </a:cubicBezTo>
                <a:lnTo>
                  <a:pt x="21600" y="19800"/>
                </a:lnTo>
                <a:cubicBezTo>
                  <a:pt x="21600" y="20700"/>
                  <a:pt x="10800" y="21600"/>
                  <a:pt x="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062760" y="3228840"/>
            <a:ext cx="453240" cy="8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c9211e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c9211e"/>
                </a:solidFill>
                <a:latin typeface="Arial"/>
                <a:ea typeface="Arial"/>
              </a:rPr>
              <a:t>√</a:t>
            </a:r>
            <a:r>
              <a:rPr b="0" lang="en-US" sz="1800" spc="-1" strike="noStrike">
                <a:solidFill>
                  <a:srgbClr val="c9211e"/>
                </a:solidFill>
                <a:latin typeface="Arial"/>
                <a:ea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9372600" y="3200400"/>
            <a:ext cx="224640" cy="681840"/>
          </a:xfrm>
          <a:custGeom>
            <a:avLst/>
            <a:gdLst>
              <a:gd name="textAreaLeft" fmla="*/ 66960 w 224640"/>
              <a:gd name="textAreaRight" fmla="*/ 228960 w 224640"/>
              <a:gd name="textAreaTop" fmla="*/ 28440 h 681840"/>
              <a:gd name="textAreaBottom" fmla="*/ 657360 h 681840"/>
            </a:gdLst>
            <a:ah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a933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9829800" y="3200400"/>
            <a:ext cx="224640" cy="681840"/>
          </a:xfrm>
          <a:custGeom>
            <a:avLst/>
            <a:gdLst>
              <a:gd name="textAreaLeft" fmla="*/ 0 w 224640"/>
              <a:gd name="textAreaRight" fmla="*/ 160560 w 224640"/>
              <a:gd name="textAreaTop" fmla="*/ 28440 h 681840"/>
              <a:gd name="textAreaBottom" fmla="*/ 657360 h 681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10800" y="0"/>
                  <a:pt x="21600" y="900"/>
                  <a:pt x="21600" y="1800"/>
                </a:cubicBezTo>
                <a:lnTo>
                  <a:pt x="21600" y="19800"/>
                </a:lnTo>
                <a:cubicBezTo>
                  <a:pt x="21600" y="20700"/>
                  <a:pt x="10800" y="21600"/>
                  <a:pt x="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a933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9491760" y="3229200"/>
            <a:ext cx="453240" cy="7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a933"/>
                </a:solidFill>
                <a:latin typeface="Arial"/>
                <a:ea typeface="Arial"/>
              </a:rPr>
              <a:t>√</a:t>
            </a:r>
            <a:r>
              <a:rPr b="0" lang="en-US" sz="1800" spc="-1" strike="noStrike">
                <a:solidFill>
                  <a:srgbClr val="00a933"/>
                </a:solidFill>
                <a:latin typeface="Arial"/>
                <a:ea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a933"/>
                </a:solidFill>
                <a:latin typeface="Arial"/>
                <a:ea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7161840" y="3199680"/>
            <a:ext cx="224640" cy="681840"/>
          </a:xfrm>
          <a:custGeom>
            <a:avLst/>
            <a:gdLst>
              <a:gd name="textAreaLeft" fmla="*/ 66960 w 224640"/>
              <a:gd name="textAreaRight" fmla="*/ 228960 w 224640"/>
              <a:gd name="textAreaTop" fmla="*/ 28440 h 681840"/>
              <a:gd name="textAreaBottom" fmla="*/ 657360 h 681840"/>
            </a:gdLst>
            <a:ahLst/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0800" y="0"/>
                  <a:pt x="0" y="900"/>
                  <a:pt x="0" y="1800"/>
                </a:cubicBezTo>
                <a:lnTo>
                  <a:pt x="0" y="19800"/>
                </a:lnTo>
                <a:cubicBezTo>
                  <a:pt x="0" y="20700"/>
                  <a:pt x="10800" y="21600"/>
                  <a:pt x="2160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8998200" y="3200400"/>
            <a:ext cx="224640" cy="681840"/>
          </a:xfrm>
          <a:custGeom>
            <a:avLst/>
            <a:gdLst>
              <a:gd name="textAreaLeft" fmla="*/ 0 w 224640"/>
              <a:gd name="textAreaRight" fmla="*/ 160560 w 224640"/>
              <a:gd name="textAreaTop" fmla="*/ 28440 h 681840"/>
              <a:gd name="textAreaBottom" fmla="*/ 657360 h 681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10800" y="0"/>
                  <a:pt x="21600" y="900"/>
                  <a:pt x="21600" y="1800"/>
                </a:cubicBezTo>
                <a:lnTo>
                  <a:pt x="21600" y="19800"/>
                </a:lnTo>
                <a:cubicBezTo>
                  <a:pt x="21600" y="20700"/>
                  <a:pt x="10800" y="21600"/>
                  <a:pt x="0" y="21600"/>
                </a:cubicBezTo>
              </a:path>
            </a:pathLst>
          </a:cu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7281000" y="3228480"/>
            <a:ext cx="2087640" cy="11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cos(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π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Times New Roman"/>
              </a:rPr>
              <a:t>/6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) -sin(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π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Times New Roman"/>
              </a:rPr>
              <a:t>/6)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sin(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π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Times New Roman"/>
              </a:rPr>
              <a:t>/6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)  cos(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π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Times New Roman"/>
              </a:rPr>
              <a:t>/6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)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4970160" y="5058720"/>
            <a:ext cx="452880" cy="59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3058200" y="3146760"/>
            <a:ext cx="452880" cy="59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5783040" y="4047840"/>
            <a:ext cx="5939640" cy="2052360"/>
          </a:xfrm>
          <a:prstGeom prst="rect">
            <a:avLst/>
          </a:prstGeom>
          <a:solidFill>
            <a:srgbClr val="ffff6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import numpy as np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theta = np.radians(30)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c, s = np.cos(theta), np.sin(theta)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R = np.array(((c, -s), (s, c)))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green_vector=np.array([np.sqrt(3),1])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print(green_vector)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red_vector=np.dot(R,green_vector)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0824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eration Mono;Courier New;Cousine;DejaVu Sans Mono"/>
                <a:ea typeface="Liberation Mono;Courier New;Cousine;DejaVu Sans Mono"/>
              </a:rPr>
              <a:t>print(red_vector)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8763120" y="1912320"/>
            <a:ext cx="3426120" cy="85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NOTE: 3D rotation matrix is a 3x3 matrix, not a 2x2x2 tensor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Multiplication of Matrices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227520" y="898200"/>
            <a:ext cx="11885400" cy="5712120"/>
          </a:xfrm>
          <a:prstGeom prst="rect">
            <a:avLst/>
          </a:prstGeom>
          <a:solidFill>
            <a:srgbClr val="ddddd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</a:rPr>
              <a:t>Example : 4x4 matrix A=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                                    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                        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1" name=""/>
          <p:cNvGraphicFramePr/>
          <p:nvPr/>
        </p:nvGraphicFramePr>
        <p:xfrm>
          <a:off x="3373560" y="3714840"/>
          <a:ext cx="1506240" cy="1391040"/>
        </p:xfrm>
        <a:graphic>
          <a:graphicData uri="http://schemas.openxmlformats.org/drawingml/2006/table">
            <a:tbl>
              <a:tblPr/>
              <a:tblGrid>
                <a:gridCol w="363600"/>
                <a:gridCol w="380880"/>
                <a:gridCol w="381240"/>
                <a:gridCol w="38088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2" name=""/>
          <p:cNvGraphicFramePr/>
          <p:nvPr/>
        </p:nvGraphicFramePr>
        <p:xfrm>
          <a:off x="5027040" y="2136960"/>
          <a:ext cx="1506240" cy="1391040"/>
        </p:xfrm>
        <a:graphic>
          <a:graphicData uri="http://schemas.openxmlformats.org/drawingml/2006/table">
            <a:tbl>
              <a:tblPr/>
              <a:tblGrid>
                <a:gridCol w="363600"/>
                <a:gridCol w="380880"/>
                <a:gridCol w="381240"/>
                <a:gridCol w="38088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"/>
          <p:cNvSpPr/>
          <p:nvPr/>
        </p:nvSpPr>
        <p:spPr>
          <a:xfrm flipV="1">
            <a:off x="3429000" y="2286000"/>
            <a:ext cx="1598040" cy="142884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 flipV="1">
            <a:off x="3889800" y="2743200"/>
            <a:ext cx="1137240" cy="972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 flipV="1">
            <a:off x="4269960" y="3054600"/>
            <a:ext cx="740520" cy="6400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 flipV="1">
            <a:off x="4269960" y="3054960"/>
            <a:ext cx="740520" cy="64008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 flipV="1">
            <a:off x="4632840" y="3348720"/>
            <a:ext cx="411480" cy="3657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4608720" y="3268080"/>
            <a:ext cx="913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4435920" y="3095280"/>
            <a:ext cx="913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4222440" y="2898720"/>
            <a:ext cx="9133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217840" y="356616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5110200" y="3759480"/>
            <a:ext cx="227520" cy="2275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110200" y="3759480"/>
            <a:ext cx="227520" cy="2275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6030720" y="5896440"/>
            <a:ext cx="5193360" cy="456120"/>
          </a:xfrm>
          <a:prstGeom prst="borderCallout1">
            <a:avLst>
              <a:gd name="adj1" fmla="val 18750"/>
              <a:gd name="adj2" fmla="val -8333"/>
              <a:gd name="adj3" fmla="val -414393"/>
              <a:gd name="adj4" fmla="val -16402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a11.b11+ a12.b21+a13.b31+a14.b41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5490360" y="3759480"/>
            <a:ext cx="227520" cy="22752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6684840" y="5308560"/>
            <a:ext cx="5193360" cy="456120"/>
          </a:xfrm>
          <a:prstGeom prst="borderCallout1">
            <a:avLst>
              <a:gd name="adj1" fmla="val 18750"/>
              <a:gd name="adj2" fmla="val -8333"/>
              <a:gd name="adj3" fmla="val -293467"/>
              <a:gd name="adj4" fmla="val -19324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a11.b12+ a12.b22+a13.b32+a14.b42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371600" y="2971800"/>
            <a:ext cx="251352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A.B =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8686800" y="1143000"/>
            <a:ext cx="2970720" cy="2377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We can multiply A and B  If A(N,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) . B(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,K)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A(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,M). B(M,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) = C(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N,K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 Example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685800" y="1179000"/>
            <a:ext cx="11197080" cy="50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Example :                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   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x + 2y  = 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    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3x - 4y = 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1" name=""/>
          <p:cNvGrpSpPr/>
          <p:nvPr/>
        </p:nvGrpSpPr>
        <p:grpSpPr>
          <a:xfrm>
            <a:off x="4114800" y="1796040"/>
            <a:ext cx="3420360" cy="945360"/>
            <a:chOff x="4114800" y="1796040"/>
            <a:chExt cx="3420360" cy="945360"/>
          </a:xfrm>
        </p:grpSpPr>
        <p:grpSp>
          <p:nvGrpSpPr>
            <p:cNvPr id="122" name=""/>
            <p:cNvGrpSpPr/>
            <p:nvPr/>
          </p:nvGrpSpPr>
          <p:grpSpPr>
            <a:xfrm>
              <a:off x="4114800" y="1796760"/>
              <a:ext cx="1139400" cy="944640"/>
              <a:chOff x="4114800" y="1796760"/>
              <a:chExt cx="1139400" cy="944640"/>
            </a:xfrm>
          </p:grpSpPr>
          <p:sp>
            <p:nvSpPr>
              <p:cNvPr id="123" name=""/>
              <p:cNvSpPr/>
              <p:nvPr/>
            </p:nvSpPr>
            <p:spPr>
              <a:xfrm>
                <a:off x="4114800" y="1830600"/>
                <a:ext cx="1139400" cy="910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1       2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3      -4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24" name=""/>
              <p:cNvGrpSpPr/>
              <p:nvPr/>
            </p:nvGrpSpPr>
            <p:grpSpPr>
              <a:xfrm>
                <a:off x="4114800" y="1796760"/>
                <a:ext cx="228960" cy="914400"/>
                <a:chOff x="4114800" y="1796760"/>
                <a:chExt cx="228960" cy="914400"/>
              </a:xfrm>
            </p:grpSpPr>
            <p:sp>
              <p:nvSpPr>
                <p:cNvPr id="125" name=""/>
                <p:cNvSpPr/>
                <p:nvPr/>
              </p:nvSpPr>
              <p:spPr>
                <a:xfrm>
                  <a:off x="4114800" y="26942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grpSp>
              <p:nvGrpSpPr>
                <p:cNvPr id="126" name=""/>
                <p:cNvGrpSpPr/>
                <p:nvPr/>
              </p:nvGrpSpPr>
              <p:grpSpPr>
                <a:xfrm>
                  <a:off x="4114800" y="1796760"/>
                  <a:ext cx="228960" cy="914400"/>
                  <a:chOff x="4114800" y="1796760"/>
                  <a:chExt cx="228960" cy="914400"/>
                </a:xfrm>
              </p:grpSpPr>
              <p:sp>
                <p:nvSpPr>
                  <p:cNvPr id="127" name=""/>
                  <p:cNvSpPr/>
                  <p:nvPr/>
                </p:nvSpPr>
                <p:spPr>
                  <a:xfrm>
                    <a:off x="4114800" y="1796760"/>
                    <a:ext cx="360" cy="91440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128" name=""/>
                  <p:cNvSpPr/>
                  <p:nvPr/>
                </p:nvSpPr>
                <p:spPr>
                  <a:xfrm>
                    <a:off x="4115160" y="1809000"/>
                    <a:ext cx="228600" cy="36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-45000" bIns="-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129" name=""/>
              <p:cNvGrpSpPr/>
              <p:nvPr/>
            </p:nvGrpSpPr>
            <p:grpSpPr>
              <a:xfrm>
                <a:off x="4907160" y="1796760"/>
                <a:ext cx="229320" cy="914400"/>
                <a:chOff x="4907160" y="1796760"/>
                <a:chExt cx="229320" cy="914400"/>
              </a:xfrm>
            </p:grpSpPr>
            <p:sp>
              <p:nvSpPr>
                <p:cNvPr id="130" name=""/>
                <p:cNvSpPr/>
                <p:nvPr/>
              </p:nvSpPr>
              <p:spPr>
                <a:xfrm flipH="1">
                  <a:off x="4907520" y="26942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grpSp>
              <p:nvGrpSpPr>
                <p:cNvPr id="131" name=""/>
                <p:cNvGrpSpPr/>
                <p:nvPr/>
              </p:nvGrpSpPr>
              <p:grpSpPr>
                <a:xfrm>
                  <a:off x="4907160" y="1796760"/>
                  <a:ext cx="229320" cy="914400"/>
                  <a:chOff x="4907160" y="1796760"/>
                  <a:chExt cx="229320" cy="914400"/>
                </a:xfrm>
              </p:grpSpPr>
              <p:sp>
                <p:nvSpPr>
                  <p:cNvPr id="132" name=""/>
                  <p:cNvSpPr/>
                  <p:nvPr/>
                </p:nvSpPr>
                <p:spPr>
                  <a:xfrm>
                    <a:off x="5136120" y="1796760"/>
                    <a:ext cx="360" cy="91440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133" name=""/>
                  <p:cNvSpPr/>
                  <p:nvPr/>
                </p:nvSpPr>
                <p:spPr>
                  <a:xfrm flipH="1">
                    <a:off x="4907160" y="1809000"/>
                    <a:ext cx="228600" cy="36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-45000" bIns="-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</p:grpSp>
          </p:grpSp>
        </p:grpSp>
        <p:grpSp>
          <p:nvGrpSpPr>
            <p:cNvPr id="134" name=""/>
            <p:cNvGrpSpPr/>
            <p:nvPr/>
          </p:nvGrpSpPr>
          <p:grpSpPr>
            <a:xfrm>
              <a:off x="5255280" y="1796040"/>
              <a:ext cx="1173960" cy="936000"/>
              <a:chOff x="5255280" y="1796040"/>
              <a:chExt cx="1173960" cy="936000"/>
            </a:xfrm>
          </p:grpSpPr>
          <p:sp>
            <p:nvSpPr>
              <p:cNvPr id="135" name=""/>
              <p:cNvSpPr/>
              <p:nvPr/>
            </p:nvSpPr>
            <p:spPr>
              <a:xfrm>
                <a:off x="5289840" y="1796040"/>
                <a:ext cx="1139400" cy="910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x      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y     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36" name=""/>
              <p:cNvGrpSpPr/>
              <p:nvPr/>
            </p:nvGrpSpPr>
            <p:grpSpPr>
              <a:xfrm>
                <a:off x="5255280" y="1817640"/>
                <a:ext cx="153360" cy="914400"/>
                <a:chOff x="5255280" y="1817640"/>
                <a:chExt cx="153360" cy="914400"/>
              </a:xfrm>
            </p:grpSpPr>
            <p:sp>
              <p:nvSpPr>
                <p:cNvPr id="137" name=""/>
                <p:cNvSpPr/>
                <p:nvPr/>
              </p:nvSpPr>
              <p:spPr>
                <a:xfrm>
                  <a:off x="5255280" y="2715120"/>
                  <a:ext cx="1530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grpSp>
              <p:nvGrpSpPr>
                <p:cNvPr id="138" name=""/>
                <p:cNvGrpSpPr/>
                <p:nvPr/>
              </p:nvGrpSpPr>
              <p:grpSpPr>
                <a:xfrm>
                  <a:off x="5255280" y="1817640"/>
                  <a:ext cx="153360" cy="914400"/>
                  <a:chOff x="5255280" y="1817640"/>
                  <a:chExt cx="153360" cy="914400"/>
                </a:xfrm>
              </p:grpSpPr>
              <p:sp>
                <p:nvSpPr>
                  <p:cNvPr id="139" name=""/>
                  <p:cNvSpPr/>
                  <p:nvPr/>
                </p:nvSpPr>
                <p:spPr>
                  <a:xfrm>
                    <a:off x="5255280" y="1817640"/>
                    <a:ext cx="360" cy="91440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140" name=""/>
                  <p:cNvSpPr/>
                  <p:nvPr/>
                </p:nvSpPr>
                <p:spPr>
                  <a:xfrm>
                    <a:off x="5255640" y="1829880"/>
                    <a:ext cx="153000" cy="36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-45000" bIns="-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141" name=""/>
              <p:cNvGrpSpPr/>
              <p:nvPr/>
            </p:nvGrpSpPr>
            <p:grpSpPr>
              <a:xfrm>
                <a:off x="5579640" y="1801080"/>
                <a:ext cx="229320" cy="914400"/>
                <a:chOff x="5579640" y="1801080"/>
                <a:chExt cx="229320" cy="914400"/>
              </a:xfrm>
            </p:grpSpPr>
            <p:sp>
              <p:nvSpPr>
                <p:cNvPr id="142" name=""/>
                <p:cNvSpPr/>
                <p:nvPr/>
              </p:nvSpPr>
              <p:spPr>
                <a:xfrm flipH="1">
                  <a:off x="5580000" y="269856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grpSp>
              <p:nvGrpSpPr>
                <p:cNvPr id="143" name=""/>
                <p:cNvGrpSpPr/>
                <p:nvPr/>
              </p:nvGrpSpPr>
              <p:grpSpPr>
                <a:xfrm>
                  <a:off x="5579640" y="1801080"/>
                  <a:ext cx="229320" cy="914400"/>
                  <a:chOff x="5579640" y="1801080"/>
                  <a:chExt cx="229320" cy="914400"/>
                </a:xfrm>
              </p:grpSpPr>
              <p:sp>
                <p:nvSpPr>
                  <p:cNvPr id="144" name=""/>
                  <p:cNvSpPr/>
                  <p:nvPr/>
                </p:nvSpPr>
                <p:spPr>
                  <a:xfrm>
                    <a:off x="5808600" y="1801080"/>
                    <a:ext cx="360" cy="91440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145" name=""/>
                  <p:cNvSpPr/>
                  <p:nvPr/>
                </p:nvSpPr>
                <p:spPr>
                  <a:xfrm flipH="1">
                    <a:off x="5579640" y="1813320"/>
                    <a:ext cx="228600" cy="36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-45000" bIns="-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</p:grpSp>
          </p:grpSp>
        </p:grpSp>
        <p:grpSp>
          <p:nvGrpSpPr>
            <p:cNvPr id="146" name=""/>
            <p:cNvGrpSpPr/>
            <p:nvPr/>
          </p:nvGrpSpPr>
          <p:grpSpPr>
            <a:xfrm>
              <a:off x="6361200" y="1796040"/>
              <a:ext cx="1173960" cy="936000"/>
              <a:chOff x="6361200" y="1796040"/>
              <a:chExt cx="1173960" cy="936000"/>
            </a:xfrm>
          </p:grpSpPr>
          <p:sp>
            <p:nvSpPr>
              <p:cNvPr id="147" name=""/>
              <p:cNvSpPr/>
              <p:nvPr/>
            </p:nvSpPr>
            <p:spPr>
              <a:xfrm>
                <a:off x="6395760" y="1796040"/>
                <a:ext cx="1139400" cy="910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4      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b="0" lang="en-US" sz="1800" spc="-1" strike="noStrike">
                    <a:solidFill>
                      <a:srgbClr val="000000"/>
                    </a:solidFill>
                    <a:latin typeface="Arial"/>
                  </a:rPr>
                  <a:t>5     </a:t>
                </a: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48" name=""/>
              <p:cNvGrpSpPr/>
              <p:nvPr/>
            </p:nvGrpSpPr>
            <p:grpSpPr>
              <a:xfrm>
                <a:off x="6361200" y="1817640"/>
                <a:ext cx="153360" cy="914400"/>
                <a:chOff x="6361200" y="1817640"/>
                <a:chExt cx="153360" cy="914400"/>
              </a:xfrm>
            </p:grpSpPr>
            <p:sp>
              <p:nvSpPr>
                <p:cNvPr id="149" name=""/>
                <p:cNvSpPr/>
                <p:nvPr/>
              </p:nvSpPr>
              <p:spPr>
                <a:xfrm>
                  <a:off x="6361200" y="2715120"/>
                  <a:ext cx="1530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grpSp>
              <p:nvGrpSpPr>
                <p:cNvPr id="150" name=""/>
                <p:cNvGrpSpPr/>
                <p:nvPr/>
              </p:nvGrpSpPr>
              <p:grpSpPr>
                <a:xfrm>
                  <a:off x="6361200" y="1817640"/>
                  <a:ext cx="153360" cy="914400"/>
                  <a:chOff x="6361200" y="1817640"/>
                  <a:chExt cx="153360" cy="914400"/>
                </a:xfrm>
              </p:grpSpPr>
              <p:sp>
                <p:nvSpPr>
                  <p:cNvPr id="151" name=""/>
                  <p:cNvSpPr/>
                  <p:nvPr/>
                </p:nvSpPr>
                <p:spPr>
                  <a:xfrm>
                    <a:off x="6361200" y="1817640"/>
                    <a:ext cx="360" cy="91440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152" name=""/>
                  <p:cNvSpPr/>
                  <p:nvPr/>
                </p:nvSpPr>
                <p:spPr>
                  <a:xfrm>
                    <a:off x="6361560" y="1829880"/>
                    <a:ext cx="153000" cy="36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-45000" bIns="-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153" name=""/>
              <p:cNvGrpSpPr/>
              <p:nvPr/>
            </p:nvGrpSpPr>
            <p:grpSpPr>
              <a:xfrm>
                <a:off x="6685560" y="1801080"/>
                <a:ext cx="229320" cy="914400"/>
                <a:chOff x="6685560" y="1801080"/>
                <a:chExt cx="229320" cy="914400"/>
              </a:xfrm>
            </p:grpSpPr>
            <p:sp>
              <p:nvSpPr>
                <p:cNvPr id="154" name=""/>
                <p:cNvSpPr/>
                <p:nvPr/>
              </p:nvSpPr>
              <p:spPr>
                <a:xfrm flipH="1">
                  <a:off x="6685920" y="269856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grpSp>
              <p:nvGrpSpPr>
                <p:cNvPr id="155" name=""/>
                <p:cNvGrpSpPr/>
                <p:nvPr/>
              </p:nvGrpSpPr>
              <p:grpSpPr>
                <a:xfrm>
                  <a:off x="6685560" y="1801080"/>
                  <a:ext cx="229320" cy="914400"/>
                  <a:chOff x="6685560" y="1801080"/>
                  <a:chExt cx="229320" cy="914400"/>
                </a:xfrm>
              </p:grpSpPr>
              <p:sp>
                <p:nvSpPr>
                  <p:cNvPr id="156" name=""/>
                  <p:cNvSpPr/>
                  <p:nvPr/>
                </p:nvSpPr>
                <p:spPr>
                  <a:xfrm>
                    <a:off x="6914520" y="1801080"/>
                    <a:ext cx="360" cy="91440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5000" bIns="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157" name=""/>
                  <p:cNvSpPr/>
                  <p:nvPr/>
                </p:nvSpPr>
                <p:spPr>
                  <a:xfrm flipH="1">
                    <a:off x="6685560" y="1813320"/>
                    <a:ext cx="228600" cy="360"/>
                  </a:xfrm>
                  <a:prstGeom prst="line">
                    <a:avLst/>
                  </a:prstGeom>
                  <a:ln w="0">
                    <a:solidFill>
                      <a:srgbClr val="000000"/>
                    </a:solidFill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-45000" bIns="-45000" anchor="ctr">
                    <a:noAutofit/>
                  </a:bodyPr>
                  <a:p>
                    <a:endParaRPr b="0" lang="en-US" sz="1800" spc="-1" strike="noStrike">
                      <a:solidFill>
                        <a:srgbClr val="000000"/>
                      </a:solidFill>
                      <a:latin typeface="Arial"/>
                    </a:endParaRPr>
                  </a:p>
                </p:txBody>
              </p:sp>
            </p:grpSp>
          </p:grpSp>
        </p:grpSp>
        <p:sp>
          <p:nvSpPr>
            <p:cNvPr id="158" name=""/>
            <p:cNvSpPr/>
            <p:nvPr/>
          </p:nvSpPr>
          <p:spPr>
            <a:xfrm>
              <a:off x="5941080" y="2253960"/>
              <a:ext cx="228600" cy="3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5941440" y="2357640"/>
              <a:ext cx="228600" cy="3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0" name=""/>
          <p:cNvGrpSpPr/>
          <p:nvPr/>
        </p:nvGrpSpPr>
        <p:grpSpPr>
          <a:xfrm>
            <a:off x="3717360" y="4942080"/>
            <a:ext cx="1139400" cy="944640"/>
            <a:chOff x="3717360" y="4942080"/>
            <a:chExt cx="1139400" cy="944640"/>
          </a:xfrm>
        </p:grpSpPr>
        <p:sp>
          <p:nvSpPr>
            <p:cNvPr id="161" name=""/>
            <p:cNvSpPr/>
            <p:nvPr/>
          </p:nvSpPr>
          <p:spPr>
            <a:xfrm>
              <a:off x="3717360" y="4975920"/>
              <a:ext cx="1139400" cy="91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-4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62" name=""/>
            <p:cNvGrpSpPr/>
            <p:nvPr/>
          </p:nvGrpSpPr>
          <p:grpSpPr>
            <a:xfrm>
              <a:off x="3717360" y="4942080"/>
              <a:ext cx="228960" cy="914400"/>
              <a:chOff x="3717360" y="4942080"/>
              <a:chExt cx="228960" cy="914400"/>
            </a:xfrm>
          </p:grpSpPr>
          <p:sp>
            <p:nvSpPr>
              <p:cNvPr id="163" name=""/>
              <p:cNvSpPr/>
              <p:nvPr/>
            </p:nvSpPr>
            <p:spPr>
              <a:xfrm>
                <a:off x="3717360" y="583956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64" name=""/>
              <p:cNvGrpSpPr/>
              <p:nvPr/>
            </p:nvGrpSpPr>
            <p:grpSpPr>
              <a:xfrm>
                <a:off x="3717360" y="4942080"/>
                <a:ext cx="228960" cy="914400"/>
                <a:chOff x="3717360" y="4942080"/>
                <a:chExt cx="228960" cy="914400"/>
              </a:xfrm>
            </p:grpSpPr>
            <p:sp>
              <p:nvSpPr>
                <p:cNvPr id="165" name=""/>
                <p:cNvSpPr/>
                <p:nvPr/>
              </p:nvSpPr>
              <p:spPr>
                <a:xfrm>
                  <a:off x="3717360" y="494208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66" name=""/>
                <p:cNvSpPr/>
                <p:nvPr/>
              </p:nvSpPr>
              <p:spPr>
                <a:xfrm>
                  <a:off x="3717720" y="49543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167" name=""/>
            <p:cNvGrpSpPr/>
            <p:nvPr/>
          </p:nvGrpSpPr>
          <p:grpSpPr>
            <a:xfrm>
              <a:off x="4509720" y="4942080"/>
              <a:ext cx="229320" cy="914400"/>
              <a:chOff x="4509720" y="4942080"/>
              <a:chExt cx="229320" cy="914400"/>
            </a:xfrm>
          </p:grpSpPr>
          <p:sp>
            <p:nvSpPr>
              <p:cNvPr id="168" name=""/>
              <p:cNvSpPr/>
              <p:nvPr/>
            </p:nvSpPr>
            <p:spPr>
              <a:xfrm flipH="1">
                <a:off x="4510080" y="583956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69" name=""/>
              <p:cNvGrpSpPr/>
              <p:nvPr/>
            </p:nvGrpSpPr>
            <p:grpSpPr>
              <a:xfrm>
                <a:off x="4509720" y="4942080"/>
                <a:ext cx="229320" cy="914400"/>
                <a:chOff x="4509720" y="4942080"/>
                <a:chExt cx="229320" cy="914400"/>
              </a:xfrm>
            </p:grpSpPr>
            <p:sp>
              <p:nvSpPr>
                <p:cNvPr id="170" name=""/>
                <p:cNvSpPr/>
                <p:nvPr/>
              </p:nvSpPr>
              <p:spPr>
                <a:xfrm>
                  <a:off x="4738680" y="494208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71" name=""/>
                <p:cNvSpPr/>
                <p:nvPr/>
              </p:nvSpPr>
              <p:spPr>
                <a:xfrm flipH="1">
                  <a:off x="4509720" y="49543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grpSp>
        <p:nvGrpSpPr>
          <p:cNvPr id="172" name=""/>
          <p:cNvGrpSpPr/>
          <p:nvPr/>
        </p:nvGrpSpPr>
        <p:grpSpPr>
          <a:xfrm>
            <a:off x="5184720" y="3831840"/>
            <a:ext cx="1173960" cy="936000"/>
            <a:chOff x="5184720" y="3831840"/>
            <a:chExt cx="1173960" cy="936000"/>
          </a:xfrm>
        </p:grpSpPr>
        <p:sp>
          <p:nvSpPr>
            <p:cNvPr id="173" name=""/>
            <p:cNvSpPr/>
            <p:nvPr/>
          </p:nvSpPr>
          <p:spPr>
            <a:xfrm>
              <a:off x="5219280" y="3831840"/>
              <a:ext cx="1139400" cy="91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x     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y    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74" name=""/>
            <p:cNvGrpSpPr/>
            <p:nvPr/>
          </p:nvGrpSpPr>
          <p:grpSpPr>
            <a:xfrm>
              <a:off x="5184720" y="3853440"/>
              <a:ext cx="153360" cy="914400"/>
              <a:chOff x="5184720" y="3853440"/>
              <a:chExt cx="153360" cy="914400"/>
            </a:xfrm>
          </p:grpSpPr>
          <p:sp>
            <p:nvSpPr>
              <p:cNvPr id="175" name=""/>
              <p:cNvSpPr/>
              <p:nvPr/>
            </p:nvSpPr>
            <p:spPr>
              <a:xfrm>
                <a:off x="5184720" y="4750920"/>
                <a:ext cx="1530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76" name=""/>
              <p:cNvGrpSpPr/>
              <p:nvPr/>
            </p:nvGrpSpPr>
            <p:grpSpPr>
              <a:xfrm>
                <a:off x="5184720" y="3853440"/>
                <a:ext cx="153360" cy="914400"/>
                <a:chOff x="5184720" y="3853440"/>
                <a:chExt cx="153360" cy="914400"/>
              </a:xfrm>
            </p:grpSpPr>
            <p:sp>
              <p:nvSpPr>
                <p:cNvPr id="177" name=""/>
                <p:cNvSpPr/>
                <p:nvPr/>
              </p:nvSpPr>
              <p:spPr>
                <a:xfrm>
                  <a:off x="5184720" y="385344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78" name=""/>
                <p:cNvSpPr/>
                <p:nvPr/>
              </p:nvSpPr>
              <p:spPr>
                <a:xfrm>
                  <a:off x="5185080" y="3865680"/>
                  <a:ext cx="1530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179" name=""/>
            <p:cNvGrpSpPr/>
            <p:nvPr/>
          </p:nvGrpSpPr>
          <p:grpSpPr>
            <a:xfrm>
              <a:off x="5509080" y="3836880"/>
              <a:ext cx="229320" cy="914400"/>
              <a:chOff x="5509080" y="3836880"/>
              <a:chExt cx="229320" cy="914400"/>
            </a:xfrm>
          </p:grpSpPr>
          <p:sp>
            <p:nvSpPr>
              <p:cNvPr id="180" name=""/>
              <p:cNvSpPr/>
              <p:nvPr/>
            </p:nvSpPr>
            <p:spPr>
              <a:xfrm flipH="1">
                <a:off x="5509440" y="473436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181" name=""/>
              <p:cNvGrpSpPr/>
              <p:nvPr/>
            </p:nvGrpSpPr>
            <p:grpSpPr>
              <a:xfrm>
                <a:off x="5509080" y="3836880"/>
                <a:ext cx="229320" cy="914400"/>
                <a:chOff x="5509080" y="3836880"/>
                <a:chExt cx="229320" cy="914400"/>
              </a:xfrm>
            </p:grpSpPr>
            <p:sp>
              <p:nvSpPr>
                <p:cNvPr id="182" name=""/>
                <p:cNvSpPr/>
                <p:nvPr/>
              </p:nvSpPr>
              <p:spPr>
                <a:xfrm>
                  <a:off x="5738040" y="383688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183" name=""/>
                <p:cNvSpPr/>
                <p:nvPr/>
              </p:nvSpPr>
              <p:spPr>
                <a:xfrm flipH="1">
                  <a:off x="5509080" y="38491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184" name=""/>
          <p:cNvSpPr/>
          <p:nvPr/>
        </p:nvSpPr>
        <p:spPr>
          <a:xfrm>
            <a:off x="3886200" y="2971800"/>
            <a:ext cx="34279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A     . X   =   B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 flipV="1">
            <a:off x="3945960" y="4114800"/>
            <a:ext cx="1371600" cy="86112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 flipV="1">
            <a:off x="4631760" y="4572000"/>
            <a:ext cx="685800" cy="42444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4762080" y="4421520"/>
            <a:ext cx="4561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5115600" y="4911840"/>
            <a:ext cx="1139400" cy="91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x+2y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highlight>
                  <a:srgbClr val="b4c7dc"/>
                </a:highlight>
                <a:latin typeface="Arial"/>
              </a:rPr>
              <a:t>3x-4y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9" name=""/>
          <p:cNvGrpSpPr/>
          <p:nvPr/>
        </p:nvGrpSpPr>
        <p:grpSpPr>
          <a:xfrm>
            <a:off x="5081040" y="4933440"/>
            <a:ext cx="153360" cy="914400"/>
            <a:chOff x="5081040" y="4933440"/>
            <a:chExt cx="153360" cy="914400"/>
          </a:xfrm>
        </p:grpSpPr>
        <p:sp>
          <p:nvSpPr>
            <p:cNvPr id="190" name=""/>
            <p:cNvSpPr/>
            <p:nvPr/>
          </p:nvSpPr>
          <p:spPr>
            <a:xfrm>
              <a:off x="5081040" y="5830920"/>
              <a:ext cx="153000" cy="3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91" name=""/>
            <p:cNvGrpSpPr/>
            <p:nvPr/>
          </p:nvGrpSpPr>
          <p:grpSpPr>
            <a:xfrm>
              <a:off x="5081040" y="4933440"/>
              <a:ext cx="153360" cy="914400"/>
              <a:chOff x="5081040" y="4933440"/>
              <a:chExt cx="153360" cy="914400"/>
            </a:xfrm>
          </p:grpSpPr>
          <p:sp>
            <p:nvSpPr>
              <p:cNvPr id="192" name=""/>
              <p:cNvSpPr/>
              <p:nvPr/>
            </p:nvSpPr>
            <p:spPr>
              <a:xfrm>
                <a:off x="5081040" y="4933440"/>
                <a:ext cx="360" cy="9144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3" name=""/>
              <p:cNvSpPr/>
              <p:nvPr/>
            </p:nvSpPr>
            <p:spPr>
              <a:xfrm>
                <a:off x="5081400" y="4945680"/>
                <a:ext cx="1530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194" name=""/>
          <p:cNvGrpSpPr/>
          <p:nvPr/>
        </p:nvGrpSpPr>
        <p:grpSpPr>
          <a:xfrm>
            <a:off x="5664600" y="4916880"/>
            <a:ext cx="229320" cy="914400"/>
            <a:chOff x="5664600" y="4916880"/>
            <a:chExt cx="229320" cy="914400"/>
          </a:xfrm>
        </p:grpSpPr>
        <p:sp>
          <p:nvSpPr>
            <p:cNvPr id="195" name=""/>
            <p:cNvSpPr/>
            <p:nvPr/>
          </p:nvSpPr>
          <p:spPr>
            <a:xfrm flipH="1">
              <a:off x="5664960" y="5814360"/>
              <a:ext cx="228600" cy="3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96" name=""/>
            <p:cNvGrpSpPr/>
            <p:nvPr/>
          </p:nvGrpSpPr>
          <p:grpSpPr>
            <a:xfrm>
              <a:off x="5664600" y="4916880"/>
              <a:ext cx="229320" cy="914400"/>
              <a:chOff x="5664600" y="4916880"/>
              <a:chExt cx="229320" cy="914400"/>
            </a:xfrm>
          </p:grpSpPr>
          <p:sp>
            <p:nvSpPr>
              <p:cNvPr id="197" name=""/>
              <p:cNvSpPr/>
              <p:nvPr/>
            </p:nvSpPr>
            <p:spPr>
              <a:xfrm>
                <a:off x="5893560" y="4916880"/>
                <a:ext cx="360" cy="9144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8" name=""/>
              <p:cNvSpPr/>
              <p:nvPr/>
            </p:nvSpPr>
            <p:spPr>
              <a:xfrm flipH="1">
                <a:off x="5664600" y="492912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199" name=""/>
          <p:cNvGrpSpPr/>
          <p:nvPr/>
        </p:nvGrpSpPr>
        <p:grpSpPr>
          <a:xfrm>
            <a:off x="6024600" y="5257800"/>
            <a:ext cx="228960" cy="155880"/>
            <a:chOff x="6024600" y="5257800"/>
            <a:chExt cx="228960" cy="155880"/>
          </a:xfrm>
        </p:grpSpPr>
        <p:sp>
          <p:nvSpPr>
            <p:cNvPr id="200" name=""/>
            <p:cNvSpPr/>
            <p:nvPr/>
          </p:nvSpPr>
          <p:spPr>
            <a:xfrm>
              <a:off x="6024600" y="5257800"/>
              <a:ext cx="228600" cy="36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9080" rIns="109080" tIns="-64080" bIns="-640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6024960" y="5413320"/>
              <a:ext cx="228600" cy="360"/>
            </a:xfrm>
            <a:prstGeom prst="line">
              <a:avLst/>
            </a:prstGeom>
            <a:ln w="381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9080" rIns="109080" tIns="-64080" bIns="-640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02" name=""/>
          <p:cNvSpPr/>
          <p:nvPr/>
        </p:nvSpPr>
        <p:spPr>
          <a:xfrm>
            <a:off x="6499800" y="4921200"/>
            <a:ext cx="1139400" cy="91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</a:rPr>
              <a:t>4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highlight>
                  <a:srgbClr val="b4c7dc"/>
                </a:highlight>
                <a:latin typeface="Arial"/>
              </a:rPr>
              <a:t>5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3" name=""/>
          <p:cNvGrpSpPr/>
          <p:nvPr/>
        </p:nvGrpSpPr>
        <p:grpSpPr>
          <a:xfrm>
            <a:off x="6465240" y="4942800"/>
            <a:ext cx="153360" cy="914400"/>
            <a:chOff x="6465240" y="4942800"/>
            <a:chExt cx="153360" cy="914400"/>
          </a:xfrm>
        </p:grpSpPr>
        <p:sp>
          <p:nvSpPr>
            <p:cNvPr id="204" name=""/>
            <p:cNvSpPr/>
            <p:nvPr/>
          </p:nvSpPr>
          <p:spPr>
            <a:xfrm>
              <a:off x="6465240" y="5840280"/>
              <a:ext cx="153000" cy="3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05" name=""/>
            <p:cNvGrpSpPr/>
            <p:nvPr/>
          </p:nvGrpSpPr>
          <p:grpSpPr>
            <a:xfrm>
              <a:off x="6465240" y="4942800"/>
              <a:ext cx="153360" cy="914400"/>
              <a:chOff x="6465240" y="4942800"/>
              <a:chExt cx="153360" cy="914400"/>
            </a:xfrm>
          </p:grpSpPr>
          <p:sp>
            <p:nvSpPr>
              <p:cNvPr id="206" name=""/>
              <p:cNvSpPr/>
              <p:nvPr/>
            </p:nvSpPr>
            <p:spPr>
              <a:xfrm>
                <a:off x="6465240" y="4942800"/>
                <a:ext cx="360" cy="9144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7" name=""/>
              <p:cNvSpPr/>
              <p:nvPr/>
            </p:nvSpPr>
            <p:spPr>
              <a:xfrm>
                <a:off x="6465600" y="4955040"/>
                <a:ext cx="1530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208" name=""/>
          <p:cNvGrpSpPr/>
          <p:nvPr/>
        </p:nvGrpSpPr>
        <p:grpSpPr>
          <a:xfrm>
            <a:off x="6789600" y="4926240"/>
            <a:ext cx="229320" cy="914400"/>
            <a:chOff x="6789600" y="4926240"/>
            <a:chExt cx="229320" cy="914400"/>
          </a:xfrm>
        </p:grpSpPr>
        <p:sp>
          <p:nvSpPr>
            <p:cNvPr id="209" name=""/>
            <p:cNvSpPr/>
            <p:nvPr/>
          </p:nvSpPr>
          <p:spPr>
            <a:xfrm flipH="1">
              <a:off x="6789960" y="5823720"/>
              <a:ext cx="228600" cy="3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10" name=""/>
            <p:cNvGrpSpPr/>
            <p:nvPr/>
          </p:nvGrpSpPr>
          <p:grpSpPr>
            <a:xfrm>
              <a:off x="6789600" y="4926240"/>
              <a:ext cx="229320" cy="914400"/>
              <a:chOff x="6789600" y="4926240"/>
              <a:chExt cx="229320" cy="914400"/>
            </a:xfrm>
          </p:grpSpPr>
          <p:sp>
            <p:nvSpPr>
              <p:cNvPr id="211" name=""/>
              <p:cNvSpPr/>
              <p:nvPr/>
            </p:nvSpPr>
            <p:spPr>
              <a:xfrm>
                <a:off x="7018560" y="4926240"/>
                <a:ext cx="360" cy="9144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12" name=""/>
              <p:cNvSpPr/>
              <p:nvPr/>
            </p:nvSpPr>
            <p:spPr>
              <a:xfrm flipH="1">
                <a:off x="6789600" y="49384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13" name=""/>
          <p:cNvSpPr/>
          <p:nvPr/>
        </p:nvSpPr>
        <p:spPr>
          <a:xfrm>
            <a:off x="7640280" y="5257800"/>
            <a:ext cx="588240" cy="227520"/>
          </a:xfrm>
          <a:prstGeom prst="rightArrow">
            <a:avLst>
              <a:gd name="adj1" fmla="val 50000"/>
              <a:gd name="adj2" fmla="val 64449"/>
            </a:avLst>
          </a:prstGeom>
          <a:solidFill>
            <a:srgbClr val="333333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8541000" y="4833720"/>
            <a:ext cx="2202120" cy="11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x + 2y  = 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3x - 4y = 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3888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Determinants and Inverse of a Matrix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227520" y="863640"/>
            <a:ext cx="11885400" cy="5712120"/>
          </a:xfrm>
          <a:prstGeom prst="rect">
            <a:avLst/>
          </a:prstGeom>
          <a:solidFill>
            <a:srgbClr val="dddddd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</a:rPr>
              <a:t>Example : 4x4 matrix A=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                                    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                        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</a:rPr>
              <a:t>det(A)=|A| =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    a . det (                     )   - b . det (                       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                    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+ c .  det (                      )   - d .  det(                       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7" name=""/>
          <p:cNvGraphicFramePr/>
          <p:nvPr/>
        </p:nvGraphicFramePr>
        <p:xfrm>
          <a:off x="3013560" y="1194840"/>
          <a:ext cx="1142280" cy="1391040"/>
        </p:xfrm>
        <a:graphic>
          <a:graphicData uri="http://schemas.openxmlformats.org/drawingml/2006/table">
            <a:tbl>
              <a:tblPr/>
              <a:tblGrid>
                <a:gridCol w="276120"/>
                <a:gridCol w="282960"/>
                <a:gridCol w="283320"/>
                <a:gridCol w="30024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18" name=""/>
          <p:cNvGraphicFramePr/>
          <p:nvPr/>
        </p:nvGraphicFramePr>
        <p:xfrm>
          <a:off x="2837880" y="2745720"/>
          <a:ext cx="1142280" cy="1391040"/>
        </p:xfrm>
        <a:graphic>
          <a:graphicData uri="http://schemas.openxmlformats.org/drawingml/2006/table">
            <a:tbl>
              <a:tblPr/>
              <a:tblGrid>
                <a:gridCol w="276120"/>
                <a:gridCol w="282960"/>
                <a:gridCol w="283320"/>
                <a:gridCol w="30024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19" name=""/>
          <p:cNvGraphicFramePr/>
          <p:nvPr/>
        </p:nvGraphicFramePr>
        <p:xfrm>
          <a:off x="5508000" y="2818440"/>
          <a:ext cx="1142280" cy="1391040"/>
        </p:xfrm>
        <a:graphic>
          <a:graphicData uri="http://schemas.openxmlformats.org/drawingml/2006/table">
            <a:tbl>
              <a:tblPr/>
              <a:tblGrid>
                <a:gridCol w="276120"/>
                <a:gridCol w="282960"/>
                <a:gridCol w="283320"/>
                <a:gridCol w="30024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0" name=""/>
          <p:cNvSpPr/>
          <p:nvPr/>
        </p:nvSpPr>
        <p:spPr>
          <a:xfrm flipH="1" flipV="1">
            <a:off x="5622120" y="1600200"/>
            <a:ext cx="320400" cy="121824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5028120" y="1371600"/>
            <a:ext cx="5848920" cy="12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Minor of element b is det(M</a:t>
            </a:r>
            <a:r>
              <a:rPr b="1" lang="en-US" sz="18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12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),             M</a:t>
            </a:r>
            <a:r>
              <a:rPr b="1" lang="en-US" sz="18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12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=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Cofactor(A)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is a matrix composed of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C</a:t>
            </a:r>
            <a:r>
              <a:rPr b="0" lang="en-US" sz="22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ij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 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C</a:t>
            </a:r>
            <a:r>
              <a:rPr b="0" lang="en-US" sz="22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ij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 = (-1)</a:t>
            </a:r>
            <a:r>
              <a:rPr b="0" lang="en-US" sz="2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i+j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 det(M</a:t>
            </a:r>
            <a:r>
              <a:rPr b="0" lang="en-US" sz="22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ij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2" name=""/>
          <p:cNvGraphicFramePr/>
          <p:nvPr/>
        </p:nvGraphicFramePr>
        <p:xfrm>
          <a:off x="2870640" y="4419000"/>
          <a:ext cx="1142280" cy="1391040"/>
        </p:xfrm>
        <a:graphic>
          <a:graphicData uri="http://schemas.openxmlformats.org/drawingml/2006/table">
            <a:tbl>
              <a:tblPr/>
              <a:tblGrid>
                <a:gridCol w="276120"/>
                <a:gridCol w="282960"/>
                <a:gridCol w="283320"/>
                <a:gridCol w="30024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23" name=""/>
          <p:cNvGraphicFramePr/>
          <p:nvPr/>
        </p:nvGraphicFramePr>
        <p:xfrm>
          <a:off x="5560560" y="4467960"/>
          <a:ext cx="1142280" cy="1391040"/>
        </p:xfrm>
        <a:graphic>
          <a:graphicData uri="http://schemas.openxmlformats.org/drawingml/2006/table">
            <a:tbl>
              <a:tblPr/>
              <a:tblGrid>
                <a:gridCol w="276120"/>
                <a:gridCol w="282960"/>
                <a:gridCol w="283320"/>
                <a:gridCol w="30024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f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j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4" name=""/>
          <p:cNvSpPr/>
          <p:nvPr/>
        </p:nvSpPr>
        <p:spPr>
          <a:xfrm>
            <a:off x="4707720" y="2743200"/>
            <a:ext cx="2511720" cy="159732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5" name=""/>
          <p:cNvGraphicFramePr/>
          <p:nvPr/>
        </p:nvGraphicFramePr>
        <p:xfrm>
          <a:off x="9837000" y="1045080"/>
          <a:ext cx="859320" cy="1043280"/>
        </p:xfrm>
        <a:graphic>
          <a:graphicData uri="http://schemas.openxmlformats.org/drawingml/2006/table">
            <a:tbl>
              <a:tblPr/>
              <a:tblGrid>
                <a:gridCol w="276120"/>
                <a:gridCol w="283320"/>
                <a:gridCol w="30024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p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6" name=""/>
          <p:cNvSpPr/>
          <p:nvPr/>
        </p:nvSpPr>
        <p:spPr>
          <a:xfrm>
            <a:off x="5942520" y="1828800"/>
            <a:ext cx="3430080" cy="1371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7" name=""/>
          <p:cNvGraphicFramePr/>
          <p:nvPr/>
        </p:nvGraphicFramePr>
        <p:xfrm>
          <a:off x="9691920" y="3090600"/>
          <a:ext cx="1911600" cy="1561680"/>
        </p:xfrm>
        <a:graphic>
          <a:graphicData uri="http://schemas.openxmlformats.org/drawingml/2006/table">
            <a:tbl>
              <a:tblPr/>
              <a:tblGrid>
                <a:gridCol w="432360"/>
                <a:gridCol w="493200"/>
                <a:gridCol w="510120"/>
                <a:gridCol w="476280"/>
              </a:tblGrid>
              <a:tr h="3902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02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024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9096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8" name=""/>
          <p:cNvSpPr/>
          <p:nvPr/>
        </p:nvSpPr>
        <p:spPr>
          <a:xfrm>
            <a:off x="9144000" y="4800600"/>
            <a:ext cx="3062160" cy="17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Inverse of A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A</a:t>
            </a:r>
            <a:r>
              <a:rPr b="0" lang="en-US" sz="1800" spc="-1" strike="noStrike" baseline="33000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-1</a:t>
            </a:r>
            <a:r>
              <a:rPr b="0" lang="en-US" sz="1800" spc="-1" strike="noStrike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 = 1/det(A). (Cofactor(A))</a:t>
            </a:r>
            <a:r>
              <a:rPr b="0" lang="en-US" sz="1800" spc="-1" strike="noStrike" baseline="33000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NO INVERSE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   </a:t>
            </a:r>
            <a:r>
              <a:rPr b="1" lang="en-US" sz="2000" spc="-1" strike="noStrike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if det(A)=0 or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      </a:t>
            </a:r>
            <a:r>
              <a:rPr b="1" lang="en-US" sz="2000" spc="-1" strike="noStrike">
                <a:solidFill>
                  <a:srgbClr val="000000"/>
                </a:solidFill>
                <a:highlight>
                  <a:srgbClr val="ffffa6"/>
                </a:highlight>
                <a:latin typeface="Arial"/>
              </a:rPr>
              <a:t>matrix is not square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Transpose and Inverse Properties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6402240" y="1004400"/>
            <a:ext cx="4569480" cy="53953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(AB)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B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. 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(k.A)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1/k . 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(k.A)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k . 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det(A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) = det(A)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det(A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) = 1/det(A)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det(A.B)=det(A).det(B)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915840" y="1027080"/>
            <a:ext cx="4569480" cy="53726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A . 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.  A = I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(A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(A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(A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(A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-1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(AB)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B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. 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(A+B)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= A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 + B</a:t>
            </a:r>
            <a:r>
              <a:rPr b="0" lang="en-US" sz="3200" spc="-1" strike="noStrike" baseline="33000">
                <a:solidFill>
                  <a:srgbClr val="000000"/>
                </a:solidFill>
                <a:latin typeface="Arial"/>
                <a:ea typeface="Noto Sans CJK SC"/>
              </a:rPr>
              <a:t>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Tensors (Multilinear Map)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685800" y="1179000"/>
            <a:ext cx="11197080" cy="50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Vectors = 1</a:t>
            </a:r>
            <a:r>
              <a:rPr b="0" lang="en-US" sz="2400" spc="-1" strike="noStrike" baseline="33000">
                <a:solidFill>
                  <a:srgbClr val="000000"/>
                </a:solidFill>
                <a:latin typeface="Arial"/>
              </a:rPr>
              <a:t>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order Tensor                     (1D arrays)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Matrices = 2</a:t>
            </a:r>
            <a:r>
              <a:rPr b="0" lang="en-US" sz="2400" spc="-1" strike="noStrike" baseline="33000">
                <a:solidFill>
                  <a:srgbClr val="000000"/>
                </a:solidFill>
                <a:latin typeface="Arial"/>
              </a:rPr>
              <a:t>nd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order Tensor                       (2D arrays)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3</a:t>
            </a:r>
            <a:r>
              <a:rPr b="0" lang="en-US" sz="2400" spc="-1" strike="noStrike" baseline="33000">
                <a:solidFill>
                  <a:srgbClr val="000000"/>
                </a:solidFill>
                <a:latin typeface="Arial"/>
              </a:rPr>
              <a:t>rd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 order Tensor , is a stack of matrices ( 3D arrays )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tabLst>
                <a:tab algn="l" pos="40824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Tensor may have n order.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34" name=""/>
          <p:cNvGrpSpPr/>
          <p:nvPr/>
        </p:nvGrpSpPr>
        <p:grpSpPr>
          <a:xfrm>
            <a:off x="5364360" y="2214000"/>
            <a:ext cx="1139400" cy="944640"/>
            <a:chOff x="5364360" y="2214000"/>
            <a:chExt cx="1139400" cy="944640"/>
          </a:xfrm>
        </p:grpSpPr>
        <p:sp>
          <p:nvSpPr>
            <p:cNvPr id="235" name=""/>
            <p:cNvSpPr/>
            <p:nvPr/>
          </p:nvSpPr>
          <p:spPr>
            <a:xfrm>
              <a:off x="5364360" y="2247840"/>
              <a:ext cx="1139400" cy="91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36" name=""/>
            <p:cNvGrpSpPr/>
            <p:nvPr/>
          </p:nvGrpSpPr>
          <p:grpSpPr>
            <a:xfrm>
              <a:off x="5364360" y="2214000"/>
              <a:ext cx="228960" cy="914400"/>
              <a:chOff x="5364360" y="2214000"/>
              <a:chExt cx="228960" cy="914400"/>
            </a:xfrm>
          </p:grpSpPr>
          <p:sp>
            <p:nvSpPr>
              <p:cNvPr id="237" name=""/>
              <p:cNvSpPr/>
              <p:nvPr/>
            </p:nvSpPr>
            <p:spPr>
              <a:xfrm>
                <a:off x="5364360" y="31114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38" name=""/>
              <p:cNvGrpSpPr/>
              <p:nvPr/>
            </p:nvGrpSpPr>
            <p:grpSpPr>
              <a:xfrm>
                <a:off x="5364360" y="2214000"/>
                <a:ext cx="228960" cy="914400"/>
                <a:chOff x="5364360" y="2214000"/>
                <a:chExt cx="228960" cy="914400"/>
              </a:xfrm>
            </p:grpSpPr>
            <p:sp>
              <p:nvSpPr>
                <p:cNvPr id="239" name=""/>
                <p:cNvSpPr/>
                <p:nvPr/>
              </p:nvSpPr>
              <p:spPr>
                <a:xfrm>
                  <a:off x="5364360" y="22140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40" name=""/>
                <p:cNvSpPr/>
                <p:nvPr/>
              </p:nvSpPr>
              <p:spPr>
                <a:xfrm>
                  <a:off x="5364720" y="22262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241" name=""/>
            <p:cNvGrpSpPr/>
            <p:nvPr/>
          </p:nvGrpSpPr>
          <p:grpSpPr>
            <a:xfrm>
              <a:off x="6156720" y="2214000"/>
              <a:ext cx="229320" cy="914400"/>
              <a:chOff x="6156720" y="2214000"/>
              <a:chExt cx="229320" cy="914400"/>
            </a:xfrm>
          </p:grpSpPr>
          <p:sp>
            <p:nvSpPr>
              <p:cNvPr id="242" name=""/>
              <p:cNvSpPr/>
              <p:nvPr/>
            </p:nvSpPr>
            <p:spPr>
              <a:xfrm flipH="1">
                <a:off x="6157080" y="31114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43" name=""/>
              <p:cNvGrpSpPr/>
              <p:nvPr/>
            </p:nvGrpSpPr>
            <p:grpSpPr>
              <a:xfrm>
                <a:off x="6156720" y="2214000"/>
                <a:ext cx="229320" cy="914400"/>
                <a:chOff x="6156720" y="2214000"/>
                <a:chExt cx="229320" cy="914400"/>
              </a:xfrm>
            </p:grpSpPr>
            <p:sp>
              <p:nvSpPr>
                <p:cNvPr id="244" name=""/>
                <p:cNvSpPr/>
                <p:nvPr/>
              </p:nvSpPr>
              <p:spPr>
                <a:xfrm>
                  <a:off x="6385680" y="22140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45" name=""/>
                <p:cNvSpPr/>
                <p:nvPr/>
              </p:nvSpPr>
              <p:spPr>
                <a:xfrm flipH="1">
                  <a:off x="6156720" y="22262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246" name=""/>
          <p:cNvSpPr/>
          <p:nvPr/>
        </p:nvSpPr>
        <p:spPr>
          <a:xfrm>
            <a:off x="5410800" y="1053000"/>
            <a:ext cx="1139400" cy="91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3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7" name=""/>
          <p:cNvGrpSpPr/>
          <p:nvPr/>
        </p:nvGrpSpPr>
        <p:grpSpPr>
          <a:xfrm>
            <a:off x="5376240" y="1074600"/>
            <a:ext cx="153360" cy="914400"/>
            <a:chOff x="5376240" y="1074600"/>
            <a:chExt cx="153360" cy="914400"/>
          </a:xfrm>
        </p:grpSpPr>
        <p:sp>
          <p:nvSpPr>
            <p:cNvPr id="248" name=""/>
            <p:cNvSpPr/>
            <p:nvPr/>
          </p:nvSpPr>
          <p:spPr>
            <a:xfrm>
              <a:off x="5376240" y="1972080"/>
              <a:ext cx="153000" cy="3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49" name=""/>
            <p:cNvGrpSpPr/>
            <p:nvPr/>
          </p:nvGrpSpPr>
          <p:grpSpPr>
            <a:xfrm>
              <a:off x="5376240" y="1074600"/>
              <a:ext cx="153360" cy="914400"/>
              <a:chOff x="5376240" y="1074600"/>
              <a:chExt cx="153360" cy="914400"/>
            </a:xfrm>
          </p:grpSpPr>
          <p:sp>
            <p:nvSpPr>
              <p:cNvPr id="250" name=""/>
              <p:cNvSpPr/>
              <p:nvPr/>
            </p:nvSpPr>
            <p:spPr>
              <a:xfrm>
                <a:off x="5376240" y="1074600"/>
                <a:ext cx="360" cy="9144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1" name=""/>
              <p:cNvSpPr/>
              <p:nvPr/>
            </p:nvSpPr>
            <p:spPr>
              <a:xfrm>
                <a:off x="5376600" y="1086840"/>
                <a:ext cx="1530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252" name=""/>
          <p:cNvGrpSpPr/>
          <p:nvPr/>
        </p:nvGrpSpPr>
        <p:grpSpPr>
          <a:xfrm>
            <a:off x="5700600" y="1058040"/>
            <a:ext cx="229320" cy="914400"/>
            <a:chOff x="5700600" y="1058040"/>
            <a:chExt cx="229320" cy="914400"/>
          </a:xfrm>
        </p:grpSpPr>
        <p:sp>
          <p:nvSpPr>
            <p:cNvPr id="253" name=""/>
            <p:cNvSpPr/>
            <p:nvPr/>
          </p:nvSpPr>
          <p:spPr>
            <a:xfrm flipH="1">
              <a:off x="5700960" y="1955520"/>
              <a:ext cx="228600" cy="36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54" name=""/>
            <p:cNvGrpSpPr/>
            <p:nvPr/>
          </p:nvGrpSpPr>
          <p:grpSpPr>
            <a:xfrm>
              <a:off x="5700600" y="1058040"/>
              <a:ext cx="229320" cy="914400"/>
              <a:chOff x="5700600" y="1058040"/>
              <a:chExt cx="229320" cy="914400"/>
            </a:xfrm>
          </p:grpSpPr>
          <p:sp>
            <p:nvSpPr>
              <p:cNvPr id="255" name=""/>
              <p:cNvSpPr/>
              <p:nvPr/>
            </p:nvSpPr>
            <p:spPr>
              <a:xfrm>
                <a:off x="5929560" y="1058040"/>
                <a:ext cx="360" cy="91440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6" name=""/>
              <p:cNvSpPr/>
              <p:nvPr/>
            </p:nvSpPr>
            <p:spPr>
              <a:xfrm flipH="1">
                <a:off x="5700600" y="1070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257" name=""/>
          <p:cNvGrpSpPr/>
          <p:nvPr/>
        </p:nvGrpSpPr>
        <p:grpSpPr>
          <a:xfrm>
            <a:off x="3657600" y="4114800"/>
            <a:ext cx="1139400" cy="944640"/>
            <a:chOff x="3657600" y="4114800"/>
            <a:chExt cx="1139400" cy="944640"/>
          </a:xfrm>
        </p:grpSpPr>
        <p:sp>
          <p:nvSpPr>
            <p:cNvPr id="258" name=""/>
            <p:cNvSpPr/>
            <p:nvPr/>
          </p:nvSpPr>
          <p:spPr>
            <a:xfrm>
              <a:off x="3657600" y="4148640"/>
              <a:ext cx="1139400" cy="910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59" name=""/>
            <p:cNvGrpSpPr/>
            <p:nvPr/>
          </p:nvGrpSpPr>
          <p:grpSpPr>
            <a:xfrm>
              <a:off x="3657600" y="4114800"/>
              <a:ext cx="228960" cy="914400"/>
              <a:chOff x="3657600" y="4114800"/>
              <a:chExt cx="228960" cy="914400"/>
            </a:xfrm>
          </p:grpSpPr>
          <p:sp>
            <p:nvSpPr>
              <p:cNvPr id="260" name=""/>
              <p:cNvSpPr/>
              <p:nvPr/>
            </p:nvSpPr>
            <p:spPr>
              <a:xfrm>
                <a:off x="3657600" y="5012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61" name=""/>
              <p:cNvGrpSpPr/>
              <p:nvPr/>
            </p:nvGrpSpPr>
            <p:grpSpPr>
              <a:xfrm>
                <a:off x="3657600" y="4114800"/>
                <a:ext cx="228960" cy="914400"/>
                <a:chOff x="3657600" y="4114800"/>
                <a:chExt cx="228960" cy="914400"/>
              </a:xfrm>
            </p:grpSpPr>
            <p:sp>
              <p:nvSpPr>
                <p:cNvPr id="262" name=""/>
                <p:cNvSpPr/>
                <p:nvPr/>
              </p:nvSpPr>
              <p:spPr>
                <a:xfrm>
                  <a:off x="3657600" y="41148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63" name=""/>
                <p:cNvSpPr/>
                <p:nvPr/>
              </p:nvSpPr>
              <p:spPr>
                <a:xfrm>
                  <a:off x="3657960" y="41270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264" name=""/>
            <p:cNvGrpSpPr/>
            <p:nvPr/>
          </p:nvGrpSpPr>
          <p:grpSpPr>
            <a:xfrm>
              <a:off x="4449960" y="4114800"/>
              <a:ext cx="229320" cy="914400"/>
              <a:chOff x="4449960" y="4114800"/>
              <a:chExt cx="229320" cy="914400"/>
            </a:xfrm>
          </p:grpSpPr>
          <p:sp>
            <p:nvSpPr>
              <p:cNvPr id="265" name=""/>
              <p:cNvSpPr/>
              <p:nvPr/>
            </p:nvSpPr>
            <p:spPr>
              <a:xfrm flipH="1">
                <a:off x="4450320" y="5012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66" name=""/>
              <p:cNvGrpSpPr/>
              <p:nvPr/>
            </p:nvGrpSpPr>
            <p:grpSpPr>
              <a:xfrm>
                <a:off x="4449960" y="4114800"/>
                <a:ext cx="229320" cy="914400"/>
                <a:chOff x="4449960" y="4114800"/>
                <a:chExt cx="229320" cy="914400"/>
              </a:xfrm>
            </p:grpSpPr>
            <p:sp>
              <p:nvSpPr>
                <p:cNvPr id="267" name=""/>
                <p:cNvSpPr/>
                <p:nvPr/>
              </p:nvSpPr>
              <p:spPr>
                <a:xfrm>
                  <a:off x="4678920" y="41148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68" name=""/>
                <p:cNvSpPr/>
                <p:nvPr/>
              </p:nvSpPr>
              <p:spPr>
                <a:xfrm flipH="1">
                  <a:off x="4449960" y="41270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grpSp>
        <p:nvGrpSpPr>
          <p:cNvPr id="269" name=""/>
          <p:cNvGrpSpPr/>
          <p:nvPr/>
        </p:nvGrpSpPr>
        <p:grpSpPr>
          <a:xfrm>
            <a:off x="3429000" y="4309560"/>
            <a:ext cx="1139400" cy="944640"/>
            <a:chOff x="3429000" y="4309560"/>
            <a:chExt cx="1139400" cy="944640"/>
          </a:xfrm>
        </p:grpSpPr>
        <p:sp>
          <p:nvSpPr>
            <p:cNvPr id="270" name=""/>
            <p:cNvSpPr/>
            <p:nvPr/>
          </p:nvSpPr>
          <p:spPr>
            <a:xfrm>
              <a:off x="3429000" y="4343400"/>
              <a:ext cx="1139400" cy="910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71" name=""/>
            <p:cNvGrpSpPr/>
            <p:nvPr/>
          </p:nvGrpSpPr>
          <p:grpSpPr>
            <a:xfrm>
              <a:off x="3429000" y="4309560"/>
              <a:ext cx="228960" cy="914400"/>
              <a:chOff x="3429000" y="4309560"/>
              <a:chExt cx="228960" cy="914400"/>
            </a:xfrm>
          </p:grpSpPr>
          <p:sp>
            <p:nvSpPr>
              <p:cNvPr id="272" name=""/>
              <p:cNvSpPr/>
              <p:nvPr/>
            </p:nvSpPr>
            <p:spPr>
              <a:xfrm>
                <a:off x="3429000" y="520704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73" name=""/>
              <p:cNvGrpSpPr/>
              <p:nvPr/>
            </p:nvGrpSpPr>
            <p:grpSpPr>
              <a:xfrm>
                <a:off x="3429000" y="4309560"/>
                <a:ext cx="228960" cy="914400"/>
                <a:chOff x="3429000" y="4309560"/>
                <a:chExt cx="228960" cy="914400"/>
              </a:xfrm>
            </p:grpSpPr>
            <p:sp>
              <p:nvSpPr>
                <p:cNvPr id="274" name=""/>
                <p:cNvSpPr/>
                <p:nvPr/>
              </p:nvSpPr>
              <p:spPr>
                <a:xfrm>
                  <a:off x="3429000" y="430956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75" name=""/>
                <p:cNvSpPr/>
                <p:nvPr/>
              </p:nvSpPr>
              <p:spPr>
                <a:xfrm>
                  <a:off x="3429360" y="432180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276" name=""/>
            <p:cNvGrpSpPr/>
            <p:nvPr/>
          </p:nvGrpSpPr>
          <p:grpSpPr>
            <a:xfrm>
              <a:off x="4221360" y="4309560"/>
              <a:ext cx="229320" cy="914400"/>
              <a:chOff x="4221360" y="4309560"/>
              <a:chExt cx="229320" cy="914400"/>
            </a:xfrm>
          </p:grpSpPr>
          <p:sp>
            <p:nvSpPr>
              <p:cNvPr id="277" name=""/>
              <p:cNvSpPr/>
              <p:nvPr/>
            </p:nvSpPr>
            <p:spPr>
              <a:xfrm flipH="1">
                <a:off x="4221720" y="520704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78" name=""/>
              <p:cNvGrpSpPr/>
              <p:nvPr/>
            </p:nvGrpSpPr>
            <p:grpSpPr>
              <a:xfrm>
                <a:off x="4221360" y="4309560"/>
                <a:ext cx="229320" cy="914400"/>
                <a:chOff x="4221360" y="4309560"/>
                <a:chExt cx="229320" cy="914400"/>
              </a:xfrm>
            </p:grpSpPr>
            <p:sp>
              <p:nvSpPr>
                <p:cNvPr id="279" name=""/>
                <p:cNvSpPr/>
                <p:nvPr/>
              </p:nvSpPr>
              <p:spPr>
                <a:xfrm>
                  <a:off x="4450320" y="430956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80" name=""/>
                <p:cNvSpPr/>
                <p:nvPr/>
              </p:nvSpPr>
              <p:spPr>
                <a:xfrm flipH="1">
                  <a:off x="4221360" y="432180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grpSp>
        <p:nvGrpSpPr>
          <p:cNvPr id="281" name=""/>
          <p:cNvGrpSpPr/>
          <p:nvPr/>
        </p:nvGrpSpPr>
        <p:grpSpPr>
          <a:xfrm>
            <a:off x="3200400" y="4538160"/>
            <a:ext cx="1139400" cy="944640"/>
            <a:chOff x="3200400" y="4538160"/>
            <a:chExt cx="1139400" cy="944640"/>
          </a:xfrm>
        </p:grpSpPr>
        <p:sp>
          <p:nvSpPr>
            <p:cNvPr id="282" name=""/>
            <p:cNvSpPr/>
            <p:nvPr/>
          </p:nvSpPr>
          <p:spPr>
            <a:xfrm>
              <a:off x="3200400" y="4572000"/>
              <a:ext cx="1139400" cy="9108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83" name=""/>
            <p:cNvGrpSpPr/>
            <p:nvPr/>
          </p:nvGrpSpPr>
          <p:grpSpPr>
            <a:xfrm>
              <a:off x="3200400" y="4538160"/>
              <a:ext cx="228960" cy="914400"/>
              <a:chOff x="3200400" y="4538160"/>
              <a:chExt cx="228960" cy="914400"/>
            </a:xfrm>
          </p:grpSpPr>
          <p:sp>
            <p:nvSpPr>
              <p:cNvPr id="284" name=""/>
              <p:cNvSpPr/>
              <p:nvPr/>
            </p:nvSpPr>
            <p:spPr>
              <a:xfrm>
                <a:off x="3200400" y="543564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85" name=""/>
              <p:cNvGrpSpPr/>
              <p:nvPr/>
            </p:nvGrpSpPr>
            <p:grpSpPr>
              <a:xfrm>
                <a:off x="3200400" y="4538160"/>
                <a:ext cx="228960" cy="914400"/>
                <a:chOff x="3200400" y="4538160"/>
                <a:chExt cx="228960" cy="914400"/>
              </a:xfrm>
            </p:grpSpPr>
            <p:sp>
              <p:nvSpPr>
                <p:cNvPr id="286" name=""/>
                <p:cNvSpPr/>
                <p:nvPr/>
              </p:nvSpPr>
              <p:spPr>
                <a:xfrm>
                  <a:off x="3200400" y="453816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87" name=""/>
                <p:cNvSpPr/>
                <p:nvPr/>
              </p:nvSpPr>
              <p:spPr>
                <a:xfrm>
                  <a:off x="3200760" y="455040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288" name=""/>
            <p:cNvGrpSpPr/>
            <p:nvPr/>
          </p:nvGrpSpPr>
          <p:grpSpPr>
            <a:xfrm>
              <a:off x="3992760" y="4538160"/>
              <a:ext cx="229320" cy="914400"/>
              <a:chOff x="3992760" y="4538160"/>
              <a:chExt cx="229320" cy="914400"/>
            </a:xfrm>
          </p:grpSpPr>
          <p:sp>
            <p:nvSpPr>
              <p:cNvPr id="289" name=""/>
              <p:cNvSpPr/>
              <p:nvPr/>
            </p:nvSpPr>
            <p:spPr>
              <a:xfrm flipH="1">
                <a:off x="3993120" y="543564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290" name=""/>
              <p:cNvGrpSpPr/>
              <p:nvPr/>
            </p:nvGrpSpPr>
            <p:grpSpPr>
              <a:xfrm>
                <a:off x="3992760" y="4538160"/>
                <a:ext cx="229320" cy="914400"/>
                <a:chOff x="3992760" y="4538160"/>
                <a:chExt cx="229320" cy="914400"/>
              </a:xfrm>
            </p:grpSpPr>
            <p:sp>
              <p:nvSpPr>
                <p:cNvPr id="291" name=""/>
                <p:cNvSpPr/>
                <p:nvPr/>
              </p:nvSpPr>
              <p:spPr>
                <a:xfrm>
                  <a:off x="4221720" y="453816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292" name=""/>
                <p:cNvSpPr/>
                <p:nvPr/>
              </p:nvSpPr>
              <p:spPr>
                <a:xfrm flipH="1">
                  <a:off x="3992760" y="455040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293" name=""/>
          <p:cNvSpPr/>
          <p:nvPr/>
        </p:nvSpPr>
        <p:spPr>
          <a:xfrm>
            <a:off x="5029200" y="4800600"/>
            <a:ext cx="914400" cy="360"/>
          </a:xfrm>
          <a:prstGeom prst="line">
            <a:avLst/>
          </a:prstGeom>
          <a:ln w="0"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6028200" y="4605840"/>
            <a:ext cx="456840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 x 2 x 3 Tensor (I ,j, k  indices)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 Operations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685800" y="1143000"/>
            <a:ext cx="11197080" cy="50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Matrix/Tensor Construction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Dimensions (Shape) and reshaping, array slicing, masking.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Matrix Summation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Transpose of the Matrix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Matrix Multiplication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Inverse of the Matrix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Stacking (Vertical, Horizontal, Depth)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Noto Sans CJK SC"/>
              </a:rPr>
              <a:t>Splitting (Vertical, Horizontal)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Noto Sans CJK SC"/>
              </a:rPr>
              <a:t>Distances ( Mean Absolute Error, Mean Squared Error, Cosine Similarity)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40824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Noto Sans CJK SC"/>
              </a:rPr>
              <a:t>NOT  COVERED : Eigenvalues, Eigenvectors, SVD , Tensor Dot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Noto Sans CJK SC"/>
              </a:rPr>
              <a:t> 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Matrix/Tensor Construction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5486760" y="1058760"/>
            <a:ext cx="4111200" cy="1540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a = np.array( [   </a:t>
            </a:r>
            <a:r>
              <a:rPr b="1" lang="en-US" sz="1800" spc="-1" strike="noStrike">
                <a:solidFill>
                  <a:srgbClr val="000000"/>
                </a:solidFill>
                <a:highlight>
                  <a:srgbClr val="ffffd7"/>
                </a:highlight>
                <a:latin typeface="Arial"/>
              </a:rPr>
              <a:t>[1, 2]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, </a:t>
            </a:r>
            <a:r>
              <a:rPr b="1" lang="en-US" sz="1800" spc="-1" strike="noStrike">
                <a:solidFill>
                  <a:srgbClr val="000000"/>
                </a:solidFill>
                <a:highlight>
                  <a:srgbClr val="ffffd7"/>
                </a:highlight>
                <a:latin typeface="Arial"/>
              </a:rPr>
              <a:t>[3, 4]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print(a)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9" name="" descr=""/>
          <p:cNvPicPr/>
          <p:nvPr/>
        </p:nvPicPr>
        <p:blipFill>
          <a:blip r:embed="rId1"/>
          <a:stretch/>
        </p:blipFill>
        <p:spPr>
          <a:xfrm>
            <a:off x="701280" y="2735280"/>
            <a:ext cx="10785600" cy="853200"/>
          </a:xfrm>
          <a:prstGeom prst="rect">
            <a:avLst/>
          </a:prstGeom>
          <a:ln w="0">
            <a:noFill/>
          </a:ln>
        </p:spPr>
      </p:pic>
      <p:grpSp>
        <p:nvGrpSpPr>
          <p:cNvPr id="300" name=""/>
          <p:cNvGrpSpPr/>
          <p:nvPr/>
        </p:nvGrpSpPr>
        <p:grpSpPr>
          <a:xfrm>
            <a:off x="3200760" y="1253520"/>
            <a:ext cx="1139400" cy="944640"/>
            <a:chOff x="3200760" y="1253520"/>
            <a:chExt cx="1139400" cy="944640"/>
          </a:xfrm>
        </p:grpSpPr>
        <p:sp>
          <p:nvSpPr>
            <p:cNvPr id="301" name=""/>
            <p:cNvSpPr/>
            <p:nvPr/>
          </p:nvSpPr>
          <p:spPr>
            <a:xfrm>
              <a:off x="3200760" y="1287360"/>
              <a:ext cx="1139400" cy="91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02" name=""/>
            <p:cNvGrpSpPr/>
            <p:nvPr/>
          </p:nvGrpSpPr>
          <p:grpSpPr>
            <a:xfrm>
              <a:off x="3200760" y="1253520"/>
              <a:ext cx="228960" cy="914400"/>
              <a:chOff x="3200760" y="1253520"/>
              <a:chExt cx="228960" cy="914400"/>
            </a:xfrm>
          </p:grpSpPr>
          <p:sp>
            <p:nvSpPr>
              <p:cNvPr id="303" name=""/>
              <p:cNvSpPr/>
              <p:nvPr/>
            </p:nvSpPr>
            <p:spPr>
              <a:xfrm>
                <a:off x="3200760" y="215100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04" name=""/>
              <p:cNvGrpSpPr/>
              <p:nvPr/>
            </p:nvGrpSpPr>
            <p:grpSpPr>
              <a:xfrm>
                <a:off x="3200760" y="1253520"/>
                <a:ext cx="228960" cy="914400"/>
                <a:chOff x="3200760" y="1253520"/>
                <a:chExt cx="228960" cy="914400"/>
              </a:xfrm>
            </p:grpSpPr>
            <p:sp>
              <p:nvSpPr>
                <p:cNvPr id="305" name=""/>
                <p:cNvSpPr/>
                <p:nvPr/>
              </p:nvSpPr>
              <p:spPr>
                <a:xfrm>
                  <a:off x="3200760" y="125352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06" name=""/>
                <p:cNvSpPr/>
                <p:nvPr/>
              </p:nvSpPr>
              <p:spPr>
                <a:xfrm>
                  <a:off x="3201120" y="126576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307" name=""/>
            <p:cNvGrpSpPr/>
            <p:nvPr/>
          </p:nvGrpSpPr>
          <p:grpSpPr>
            <a:xfrm>
              <a:off x="3993120" y="1253520"/>
              <a:ext cx="229320" cy="914400"/>
              <a:chOff x="3993120" y="1253520"/>
              <a:chExt cx="229320" cy="914400"/>
            </a:xfrm>
          </p:grpSpPr>
          <p:sp>
            <p:nvSpPr>
              <p:cNvPr id="308" name=""/>
              <p:cNvSpPr/>
              <p:nvPr/>
            </p:nvSpPr>
            <p:spPr>
              <a:xfrm flipH="1">
                <a:off x="3993480" y="215100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09" name=""/>
              <p:cNvGrpSpPr/>
              <p:nvPr/>
            </p:nvGrpSpPr>
            <p:grpSpPr>
              <a:xfrm>
                <a:off x="3993120" y="1253520"/>
                <a:ext cx="229320" cy="914400"/>
                <a:chOff x="3993120" y="1253520"/>
                <a:chExt cx="229320" cy="914400"/>
              </a:xfrm>
            </p:grpSpPr>
            <p:sp>
              <p:nvSpPr>
                <p:cNvPr id="310" name=""/>
                <p:cNvSpPr/>
                <p:nvPr/>
              </p:nvSpPr>
              <p:spPr>
                <a:xfrm>
                  <a:off x="4222080" y="125352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11" name=""/>
                <p:cNvSpPr/>
                <p:nvPr/>
              </p:nvSpPr>
              <p:spPr>
                <a:xfrm flipH="1">
                  <a:off x="3993120" y="126576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312" name=""/>
          <p:cNvSpPr/>
          <p:nvPr/>
        </p:nvSpPr>
        <p:spPr>
          <a:xfrm>
            <a:off x="4572360" y="1744560"/>
            <a:ext cx="685800" cy="360"/>
          </a:xfrm>
          <a:prstGeom prst="line">
            <a:avLst/>
          </a:prstGeom>
          <a:ln w="38160">
            <a:solidFill>
              <a:srgbClr val="000000"/>
            </a:solidFill>
            <a:bevel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3" name=""/>
          <p:cNvGrpSpPr/>
          <p:nvPr/>
        </p:nvGrpSpPr>
        <p:grpSpPr>
          <a:xfrm>
            <a:off x="406800" y="3785400"/>
            <a:ext cx="1139400" cy="944640"/>
            <a:chOff x="406800" y="3785400"/>
            <a:chExt cx="1139400" cy="944640"/>
          </a:xfrm>
        </p:grpSpPr>
        <p:sp>
          <p:nvSpPr>
            <p:cNvPr id="314" name=""/>
            <p:cNvSpPr/>
            <p:nvPr/>
          </p:nvSpPr>
          <p:spPr>
            <a:xfrm>
              <a:off x="406800" y="3819240"/>
              <a:ext cx="1139400" cy="91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10     10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10     10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15" name=""/>
            <p:cNvGrpSpPr/>
            <p:nvPr/>
          </p:nvGrpSpPr>
          <p:grpSpPr>
            <a:xfrm>
              <a:off x="406800" y="3785400"/>
              <a:ext cx="228960" cy="914400"/>
              <a:chOff x="406800" y="3785400"/>
              <a:chExt cx="228960" cy="914400"/>
            </a:xfrm>
          </p:grpSpPr>
          <p:sp>
            <p:nvSpPr>
              <p:cNvPr id="316" name=""/>
              <p:cNvSpPr/>
              <p:nvPr/>
            </p:nvSpPr>
            <p:spPr>
              <a:xfrm>
                <a:off x="406800" y="46828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17" name=""/>
              <p:cNvGrpSpPr/>
              <p:nvPr/>
            </p:nvGrpSpPr>
            <p:grpSpPr>
              <a:xfrm>
                <a:off x="406800" y="3785400"/>
                <a:ext cx="228960" cy="914400"/>
                <a:chOff x="406800" y="3785400"/>
                <a:chExt cx="228960" cy="914400"/>
              </a:xfrm>
            </p:grpSpPr>
            <p:sp>
              <p:nvSpPr>
                <p:cNvPr id="318" name=""/>
                <p:cNvSpPr/>
                <p:nvPr/>
              </p:nvSpPr>
              <p:spPr>
                <a:xfrm>
                  <a:off x="406800" y="37854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19" name=""/>
                <p:cNvSpPr/>
                <p:nvPr/>
              </p:nvSpPr>
              <p:spPr>
                <a:xfrm>
                  <a:off x="407160" y="37976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320" name=""/>
            <p:cNvGrpSpPr/>
            <p:nvPr/>
          </p:nvGrpSpPr>
          <p:grpSpPr>
            <a:xfrm>
              <a:off x="1199160" y="3785400"/>
              <a:ext cx="229320" cy="914400"/>
              <a:chOff x="1199160" y="3785400"/>
              <a:chExt cx="229320" cy="914400"/>
            </a:xfrm>
          </p:grpSpPr>
          <p:sp>
            <p:nvSpPr>
              <p:cNvPr id="321" name=""/>
              <p:cNvSpPr/>
              <p:nvPr/>
            </p:nvSpPr>
            <p:spPr>
              <a:xfrm flipH="1">
                <a:off x="1199520" y="46828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22" name=""/>
              <p:cNvGrpSpPr/>
              <p:nvPr/>
            </p:nvGrpSpPr>
            <p:grpSpPr>
              <a:xfrm>
                <a:off x="1199160" y="3785400"/>
                <a:ext cx="229320" cy="914400"/>
                <a:chOff x="1199160" y="3785400"/>
                <a:chExt cx="229320" cy="914400"/>
              </a:xfrm>
            </p:grpSpPr>
            <p:sp>
              <p:nvSpPr>
                <p:cNvPr id="323" name=""/>
                <p:cNvSpPr/>
                <p:nvPr/>
              </p:nvSpPr>
              <p:spPr>
                <a:xfrm>
                  <a:off x="1428120" y="37854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24" name=""/>
                <p:cNvSpPr/>
                <p:nvPr/>
              </p:nvSpPr>
              <p:spPr>
                <a:xfrm flipH="1">
                  <a:off x="1199160" y="37976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325" name=""/>
          <p:cNvSpPr/>
          <p:nvPr/>
        </p:nvSpPr>
        <p:spPr>
          <a:xfrm>
            <a:off x="1592280" y="3785400"/>
            <a:ext cx="3382920" cy="910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np.full((2, 2), 10,dtype=int)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# 2 rows, 2 columns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6" name=""/>
          <p:cNvGrpSpPr/>
          <p:nvPr/>
        </p:nvGrpSpPr>
        <p:grpSpPr>
          <a:xfrm>
            <a:off x="5893200" y="3785400"/>
            <a:ext cx="1139400" cy="944640"/>
            <a:chOff x="5893200" y="3785400"/>
            <a:chExt cx="1139400" cy="944640"/>
          </a:xfrm>
        </p:grpSpPr>
        <p:sp>
          <p:nvSpPr>
            <p:cNvPr id="327" name=""/>
            <p:cNvSpPr/>
            <p:nvPr/>
          </p:nvSpPr>
          <p:spPr>
            <a:xfrm>
              <a:off x="5893200" y="3819240"/>
              <a:ext cx="1139400" cy="91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0       1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28" name=""/>
            <p:cNvGrpSpPr/>
            <p:nvPr/>
          </p:nvGrpSpPr>
          <p:grpSpPr>
            <a:xfrm>
              <a:off x="5893200" y="3785400"/>
              <a:ext cx="228960" cy="914400"/>
              <a:chOff x="5893200" y="3785400"/>
              <a:chExt cx="228960" cy="914400"/>
            </a:xfrm>
          </p:grpSpPr>
          <p:sp>
            <p:nvSpPr>
              <p:cNvPr id="329" name=""/>
              <p:cNvSpPr/>
              <p:nvPr/>
            </p:nvSpPr>
            <p:spPr>
              <a:xfrm>
                <a:off x="5893200" y="46828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30" name=""/>
              <p:cNvGrpSpPr/>
              <p:nvPr/>
            </p:nvGrpSpPr>
            <p:grpSpPr>
              <a:xfrm>
                <a:off x="5893200" y="3785400"/>
                <a:ext cx="228960" cy="914400"/>
                <a:chOff x="5893200" y="3785400"/>
                <a:chExt cx="228960" cy="914400"/>
              </a:xfrm>
            </p:grpSpPr>
            <p:sp>
              <p:nvSpPr>
                <p:cNvPr id="331" name=""/>
                <p:cNvSpPr/>
                <p:nvPr/>
              </p:nvSpPr>
              <p:spPr>
                <a:xfrm>
                  <a:off x="5893200" y="37854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32" name=""/>
                <p:cNvSpPr/>
                <p:nvPr/>
              </p:nvSpPr>
              <p:spPr>
                <a:xfrm>
                  <a:off x="5893560" y="37976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333" name=""/>
            <p:cNvGrpSpPr/>
            <p:nvPr/>
          </p:nvGrpSpPr>
          <p:grpSpPr>
            <a:xfrm>
              <a:off x="6685560" y="3785400"/>
              <a:ext cx="229320" cy="914400"/>
              <a:chOff x="6685560" y="3785400"/>
              <a:chExt cx="229320" cy="914400"/>
            </a:xfrm>
          </p:grpSpPr>
          <p:sp>
            <p:nvSpPr>
              <p:cNvPr id="334" name=""/>
              <p:cNvSpPr/>
              <p:nvPr/>
            </p:nvSpPr>
            <p:spPr>
              <a:xfrm flipH="1">
                <a:off x="6685920" y="46828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35" name=""/>
              <p:cNvGrpSpPr/>
              <p:nvPr/>
            </p:nvGrpSpPr>
            <p:grpSpPr>
              <a:xfrm>
                <a:off x="6685560" y="3785400"/>
                <a:ext cx="229320" cy="914400"/>
                <a:chOff x="6685560" y="3785400"/>
                <a:chExt cx="229320" cy="914400"/>
              </a:xfrm>
            </p:grpSpPr>
            <p:sp>
              <p:nvSpPr>
                <p:cNvPr id="336" name=""/>
                <p:cNvSpPr/>
                <p:nvPr/>
              </p:nvSpPr>
              <p:spPr>
                <a:xfrm>
                  <a:off x="6914520" y="37854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37" name=""/>
                <p:cNvSpPr/>
                <p:nvPr/>
              </p:nvSpPr>
              <p:spPr>
                <a:xfrm flipH="1">
                  <a:off x="6685560" y="37976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338" name=""/>
          <p:cNvSpPr/>
          <p:nvPr/>
        </p:nvSpPr>
        <p:spPr>
          <a:xfrm>
            <a:off x="7078680" y="3785400"/>
            <a:ext cx="4525920" cy="910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number_of_rows=2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np.identity(number_of_rows,dtype=int)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9" name=""/>
          <p:cNvGrpSpPr/>
          <p:nvPr/>
        </p:nvGrpSpPr>
        <p:grpSpPr>
          <a:xfrm>
            <a:off x="406800" y="5225400"/>
            <a:ext cx="1139400" cy="944640"/>
            <a:chOff x="406800" y="5225400"/>
            <a:chExt cx="1139400" cy="944640"/>
          </a:xfrm>
        </p:grpSpPr>
        <p:sp>
          <p:nvSpPr>
            <p:cNvPr id="340" name=""/>
            <p:cNvSpPr/>
            <p:nvPr/>
          </p:nvSpPr>
          <p:spPr>
            <a:xfrm>
              <a:off x="406800" y="5259240"/>
              <a:ext cx="1139400" cy="91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0.0   0.0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0.0   0.0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41" name=""/>
            <p:cNvGrpSpPr/>
            <p:nvPr/>
          </p:nvGrpSpPr>
          <p:grpSpPr>
            <a:xfrm>
              <a:off x="406800" y="5225400"/>
              <a:ext cx="228960" cy="914400"/>
              <a:chOff x="406800" y="5225400"/>
              <a:chExt cx="228960" cy="914400"/>
            </a:xfrm>
          </p:grpSpPr>
          <p:sp>
            <p:nvSpPr>
              <p:cNvPr id="342" name=""/>
              <p:cNvSpPr/>
              <p:nvPr/>
            </p:nvSpPr>
            <p:spPr>
              <a:xfrm>
                <a:off x="406800" y="61228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43" name=""/>
              <p:cNvGrpSpPr/>
              <p:nvPr/>
            </p:nvGrpSpPr>
            <p:grpSpPr>
              <a:xfrm>
                <a:off x="406800" y="5225400"/>
                <a:ext cx="228960" cy="914400"/>
                <a:chOff x="406800" y="5225400"/>
                <a:chExt cx="228960" cy="914400"/>
              </a:xfrm>
            </p:grpSpPr>
            <p:sp>
              <p:nvSpPr>
                <p:cNvPr id="344" name=""/>
                <p:cNvSpPr/>
                <p:nvPr/>
              </p:nvSpPr>
              <p:spPr>
                <a:xfrm>
                  <a:off x="406800" y="52254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45" name=""/>
                <p:cNvSpPr/>
                <p:nvPr/>
              </p:nvSpPr>
              <p:spPr>
                <a:xfrm>
                  <a:off x="407160" y="52376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346" name=""/>
            <p:cNvGrpSpPr/>
            <p:nvPr/>
          </p:nvGrpSpPr>
          <p:grpSpPr>
            <a:xfrm>
              <a:off x="1199160" y="5225400"/>
              <a:ext cx="229320" cy="914400"/>
              <a:chOff x="1199160" y="5225400"/>
              <a:chExt cx="229320" cy="914400"/>
            </a:xfrm>
          </p:grpSpPr>
          <p:sp>
            <p:nvSpPr>
              <p:cNvPr id="347" name=""/>
              <p:cNvSpPr/>
              <p:nvPr/>
            </p:nvSpPr>
            <p:spPr>
              <a:xfrm flipH="1">
                <a:off x="1199520" y="61228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48" name=""/>
              <p:cNvGrpSpPr/>
              <p:nvPr/>
            </p:nvGrpSpPr>
            <p:grpSpPr>
              <a:xfrm>
                <a:off x="1199160" y="5225400"/>
                <a:ext cx="229320" cy="914400"/>
                <a:chOff x="1199160" y="5225400"/>
                <a:chExt cx="229320" cy="914400"/>
              </a:xfrm>
            </p:grpSpPr>
            <p:sp>
              <p:nvSpPr>
                <p:cNvPr id="349" name=""/>
                <p:cNvSpPr/>
                <p:nvPr/>
              </p:nvSpPr>
              <p:spPr>
                <a:xfrm>
                  <a:off x="1428120" y="52254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50" name=""/>
                <p:cNvSpPr/>
                <p:nvPr/>
              </p:nvSpPr>
              <p:spPr>
                <a:xfrm flipH="1">
                  <a:off x="1199160" y="52376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351" name=""/>
          <p:cNvSpPr/>
          <p:nvPr/>
        </p:nvSpPr>
        <p:spPr>
          <a:xfrm>
            <a:off x="1592280" y="5225400"/>
            <a:ext cx="3382920" cy="910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np.zeros(2)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# default dtype=float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2" name=""/>
          <p:cNvGrpSpPr/>
          <p:nvPr/>
        </p:nvGrpSpPr>
        <p:grpSpPr>
          <a:xfrm>
            <a:off x="5893560" y="5225400"/>
            <a:ext cx="1139400" cy="944640"/>
            <a:chOff x="5893560" y="5225400"/>
            <a:chExt cx="1139400" cy="944640"/>
          </a:xfrm>
        </p:grpSpPr>
        <p:sp>
          <p:nvSpPr>
            <p:cNvPr id="353" name=""/>
            <p:cNvSpPr/>
            <p:nvPr/>
          </p:nvSpPr>
          <p:spPr>
            <a:xfrm>
              <a:off x="5893560" y="5259240"/>
              <a:ext cx="1139400" cy="91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1.0   0.0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0.0   1.0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54" name=""/>
            <p:cNvGrpSpPr/>
            <p:nvPr/>
          </p:nvGrpSpPr>
          <p:grpSpPr>
            <a:xfrm>
              <a:off x="5893560" y="5225400"/>
              <a:ext cx="228960" cy="914400"/>
              <a:chOff x="5893560" y="5225400"/>
              <a:chExt cx="228960" cy="914400"/>
            </a:xfrm>
          </p:grpSpPr>
          <p:sp>
            <p:nvSpPr>
              <p:cNvPr id="355" name=""/>
              <p:cNvSpPr/>
              <p:nvPr/>
            </p:nvSpPr>
            <p:spPr>
              <a:xfrm>
                <a:off x="5893560" y="61228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56" name=""/>
              <p:cNvGrpSpPr/>
              <p:nvPr/>
            </p:nvGrpSpPr>
            <p:grpSpPr>
              <a:xfrm>
                <a:off x="5893560" y="5225400"/>
                <a:ext cx="228960" cy="914400"/>
                <a:chOff x="5893560" y="5225400"/>
                <a:chExt cx="228960" cy="914400"/>
              </a:xfrm>
            </p:grpSpPr>
            <p:sp>
              <p:nvSpPr>
                <p:cNvPr id="357" name=""/>
                <p:cNvSpPr/>
                <p:nvPr/>
              </p:nvSpPr>
              <p:spPr>
                <a:xfrm>
                  <a:off x="5893560" y="52254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58" name=""/>
                <p:cNvSpPr/>
                <p:nvPr/>
              </p:nvSpPr>
              <p:spPr>
                <a:xfrm>
                  <a:off x="5893920" y="52376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359" name=""/>
            <p:cNvGrpSpPr/>
            <p:nvPr/>
          </p:nvGrpSpPr>
          <p:grpSpPr>
            <a:xfrm>
              <a:off x="6685920" y="5225400"/>
              <a:ext cx="229320" cy="914400"/>
              <a:chOff x="6685920" y="5225400"/>
              <a:chExt cx="229320" cy="914400"/>
            </a:xfrm>
          </p:grpSpPr>
          <p:sp>
            <p:nvSpPr>
              <p:cNvPr id="360" name=""/>
              <p:cNvSpPr/>
              <p:nvPr/>
            </p:nvSpPr>
            <p:spPr>
              <a:xfrm flipH="1">
                <a:off x="6686280" y="61228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61" name=""/>
              <p:cNvGrpSpPr/>
              <p:nvPr/>
            </p:nvGrpSpPr>
            <p:grpSpPr>
              <a:xfrm>
                <a:off x="6685920" y="5225400"/>
                <a:ext cx="229320" cy="914400"/>
                <a:chOff x="6685920" y="5225400"/>
                <a:chExt cx="229320" cy="914400"/>
              </a:xfrm>
            </p:grpSpPr>
            <p:sp>
              <p:nvSpPr>
                <p:cNvPr id="362" name=""/>
                <p:cNvSpPr/>
                <p:nvPr/>
              </p:nvSpPr>
              <p:spPr>
                <a:xfrm>
                  <a:off x="6914880" y="5225400"/>
                  <a:ext cx="360" cy="914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63" name=""/>
                <p:cNvSpPr/>
                <p:nvPr/>
              </p:nvSpPr>
              <p:spPr>
                <a:xfrm flipH="1">
                  <a:off x="6685920" y="523764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364" name=""/>
          <p:cNvSpPr/>
          <p:nvPr/>
        </p:nvSpPr>
        <p:spPr>
          <a:xfrm>
            <a:off x="7079040" y="5225400"/>
            <a:ext cx="4525560" cy="910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np.full((2, 2), 10, dtype=float)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# 2 rows, 2 columns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Matrix/Tensor Construction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3094200" y="1058760"/>
            <a:ext cx="6000120" cy="14522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np.random.seed(0)  # seed for reproducibility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random_tensor = np.random.randint(100, size=(3, 4, 5))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print(random_tensor)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7" name="" descr=""/>
          <p:cNvPicPr/>
          <p:nvPr/>
        </p:nvPicPr>
        <p:blipFill>
          <a:blip r:embed="rId1"/>
          <a:stretch/>
        </p:blipFill>
        <p:spPr>
          <a:xfrm>
            <a:off x="830880" y="2599200"/>
            <a:ext cx="10526400" cy="388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 Dimensions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9" name=""/>
          <p:cNvGrpSpPr/>
          <p:nvPr/>
        </p:nvGrpSpPr>
        <p:grpSpPr>
          <a:xfrm>
            <a:off x="4343400" y="1339200"/>
            <a:ext cx="1139400" cy="1404000"/>
            <a:chOff x="4343400" y="1339200"/>
            <a:chExt cx="1139400" cy="1404000"/>
          </a:xfrm>
        </p:grpSpPr>
        <p:sp>
          <p:nvSpPr>
            <p:cNvPr id="370" name=""/>
            <p:cNvSpPr/>
            <p:nvPr/>
          </p:nvSpPr>
          <p:spPr>
            <a:xfrm>
              <a:off x="4343400" y="1373040"/>
              <a:ext cx="1139400" cy="136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5       6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71" name=""/>
            <p:cNvGrpSpPr/>
            <p:nvPr/>
          </p:nvGrpSpPr>
          <p:grpSpPr>
            <a:xfrm>
              <a:off x="4343400" y="1339200"/>
              <a:ext cx="228960" cy="1404000"/>
              <a:chOff x="4343400" y="1339200"/>
              <a:chExt cx="228960" cy="1404000"/>
            </a:xfrm>
          </p:grpSpPr>
          <p:sp>
            <p:nvSpPr>
              <p:cNvPr id="372" name=""/>
              <p:cNvSpPr/>
              <p:nvPr/>
            </p:nvSpPr>
            <p:spPr>
              <a:xfrm>
                <a:off x="4343400" y="2717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73" name=""/>
              <p:cNvGrpSpPr/>
              <p:nvPr/>
            </p:nvGrpSpPr>
            <p:grpSpPr>
              <a:xfrm>
                <a:off x="4343400" y="1339200"/>
                <a:ext cx="228960" cy="1404000"/>
                <a:chOff x="4343400" y="1339200"/>
                <a:chExt cx="228960" cy="1404000"/>
              </a:xfrm>
            </p:grpSpPr>
            <p:sp>
              <p:nvSpPr>
                <p:cNvPr id="374" name=""/>
                <p:cNvSpPr/>
                <p:nvPr/>
              </p:nvSpPr>
              <p:spPr>
                <a:xfrm>
                  <a:off x="4343400" y="1339200"/>
                  <a:ext cx="360" cy="14040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75" name=""/>
                <p:cNvSpPr/>
                <p:nvPr/>
              </p:nvSpPr>
              <p:spPr>
                <a:xfrm>
                  <a:off x="4343760" y="13579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376" name=""/>
            <p:cNvGrpSpPr/>
            <p:nvPr/>
          </p:nvGrpSpPr>
          <p:grpSpPr>
            <a:xfrm>
              <a:off x="5135760" y="1339200"/>
              <a:ext cx="229320" cy="1404000"/>
              <a:chOff x="5135760" y="1339200"/>
              <a:chExt cx="229320" cy="1404000"/>
            </a:xfrm>
          </p:grpSpPr>
          <p:sp>
            <p:nvSpPr>
              <p:cNvPr id="377" name=""/>
              <p:cNvSpPr/>
              <p:nvPr/>
            </p:nvSpPr>
            <p:spPr>
              <a:xfrm flipH="1">
                <a:off x="5136120" y="2717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78" name=""/>
              <p:cNvGrpSpPr/>
              <p:nvPr/>
            </p:nvGrpSpPr>
            <p:grpSpPr>
              <a:xfrm>
                <a:off x="5135760" y="1339200"/>
                <a:ext cx="229320" cy="1404000"/>
                <a:chOff x="5135760" y="1339200"/>
                <a:chExt cx="229320" cy="1404000"/>
              </a:xfrm>
            </p:grpSpPr>
            <p:sp>
              <p:nvSpPr>
                <p:cNvPr id="379" name=""/>
                <p:cNvSpPr/>
                <p:nvPr/>
              </p:nvSpPr>
              <p:spPr>
                <a:xfrm>
                  <a:off x="5364720" y="1339200"/>
                  <a:ext cx="360" cy="14040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80" name=""/>
                <p:cNvSpPr/>
                <p:nvPr/>
              </p:nvSpPr>
              <p:spPr>
                <a:xfrm flipH="1">
                  <a:off x="5135760" y="13579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381" name=""/>
          <p:cNvSpPr/>
          <p:nvPr/>
        </p:nvSpPr>
        <p:spPr>
          <a:xfrm>
            <a:off x="228600" y="1143000"/>
            <a:ext cx="6397200" cy="4694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print("INITIAL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2] , [3, 4] , [5,6]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print("\nRESHAPED TO (2,3)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b=a.reshape((2,3))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{b.shape}")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{b}")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print("\nRESHAPED TO (6,1)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c=a.reshape((6,))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{c.shape}")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{c}")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2" name="" descr=""/>
          <p:cNvPicPr/>
          <p:nvPr/>
        </p:nvPicPr>
        <p:blipFill>
          <a:blip r:embed="rId1"/>
          <a:stretch/>
        </p:blipFill>
        <p:spPr>
          <a:xfrm>
            <a:off x="4523040" y="3200400"/>
            <a:ext cx="7817760" cy="273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Array Slicing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228600" y="1041480"/>
            <a:ext cx="6397200" cy="54831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print("INITIAL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2,11] , [3, 4,12] , [5,6,13]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b=</a:t>
            </a:r>
            <a:r>
              <a:rPr b="1" lang="en-US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Liberation Mono;Courier New;Cousine;DejaVu Sans Mono"/>
              </a:rPr>
              <a:t>np.copy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(a[1,:2])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print(f"\nMATRIX DIM : {b.shape}")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{b}")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a[1:,1]=8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a[2:,1:]=b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5" name="" descr=""/>
          <p:cNvPicPr/>
          <p:nvPr/>
        </p:nvPicPr>
        <p:blipFill>
          <a:blip r:embed="rId1"/>
          <a:stretch/>
        </p:blipFill>
        <p:spPr>
          <a:xfrm>
            <a:off x="5029200" y="1534680"/>
            <a:ext cx="5286600" cy="463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Array Masking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2895840" y="1041480"/>
            <a:ext cx="6397200" cy="3565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print("INITIAL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np.arange(15)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wanted_indices=[3,8,12]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b=np.copy(a[wanted_indices])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print(f"\nMATRIX DIM : {b.shape}")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{b}")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8" name="" descr=""/>
          <p:cNvPicPr/>
          <p:nvPr/>
        </p:nvPicPr>
        <p:blipFill>
          <a:blip r:embed="rId1"/>
          <a:stretch/>
        </p:blipFill>
        <p:spPr>
          <a:xfrm>
            <a:off x="1459080" y="4800600"/>
            <a:ext cx="9270720" cy="158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 Summation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90" name=""/>
          <p:cNvGrpSpPr/>
          <p:nvPr/>
        </p:nvGrpSpPr>
        <p:grpSpPr>
          <a:xfrm>
            <a:off x="4343400" y="1339200"/>
            <a:ext cx="1139400" cy="1404000"/>
            <a:chOff x="4343400" y="1339200"/>
            <a:chExt cx="1139400" cy="1404000"/>
          </a:xfrm>
        </p:grpSpPr>
        <p:sp>
          <p:nvSpPr>
            <p:cNvPr id="391" name=""/>
            <p:cNvSpPr/>
            <p:nvPr/>
          </p:nvSpPr>
          <p:spPr>
            <a:xfrm>
              <a:off x="4343400" y="1373040"/>
              <a:ext cx="1139400" cy="136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5       6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92" name=""/>
            <p:cNvGrpSpPr/>
            <p:nvPr/>
          </p:nvGrpSpPr>
          <p:grpSpPr>
            <a:xfrm>
              <a:off x="4343400" y="1339200"/>
              <a:ext cx="228960" cy="1404000"/>
              <a:chOff x="4343400" y="1339200"/>
              <a:chExt cx="228960" cy="1404000"/>
            </a:xfrm>
          </p:grpSpPr>
          <p:sp>
            <p:nvSpPr>
              <p:cNvPr id="393" name=""/>
              <p:cNvSpPr/>
              <p:nvPr/>
            </p:nvSpPr>
            <p:spPr>
              <a:xfrm>
                <a:off x="4343400" y="2717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94" name=""/>
              <p:cNvGrpSpPr/>
              <p:nvPr/>
            </p:nvGrpSpPr>
            <p:grpSpPr>
              <a:xfrm>
                <a:off x="4343400" y="1339200"/>
                <a:ext cx="228960" cy="1404000"/>
                <a:chOff x="4343400" y="1339200"/>
                <a:chExt cx="228960" cy="1404000"/>
              </a:xfrm>
            </p:grpSpPr>
            <p:sp>
              <p:nvSpPr>
                <p:cNvPr id="395" name=""/>
                <p:cNvSpPr/>
                <p:nvPr/>
              </p:nvSpPr>
              <p:spPr>
                <a:xfrm>
                  <a:off x="4343400" y="1339200"/>
                  <a:ext cx="360" cy="14040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396" name=""/>
                <p:cNvSpPr/>
                <p:nvPr/>
              </p:nvSpPr>
              <p:spPr>
                <a:xfrm>
                  <a:off x="4343760" y="13579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397" name=""/>
            <p:cNvGrpSpPr/>
            <p:nvPr/>
          </p:nvGrpSpPr>
          <p:grpSpPr>
            <a:xfrm>
              <a:off x="5135760" y="1339200"/>
              <a:ext cx="229320" cy="1404000"/>
              <a:chOff x="5135760" y="1339200"/>
              <a:chExt cx="229320" cy="1404000"/>
            </a:xfrm>
          </p:grpSpPr>
          <p:sp>
            <p:nvSpPr>
              <p:cNvPr id="398" name=""/>
              <p:cNvSpPr/>
              <p:nvPr/>
            </p:nvSpPr>
            <p:spPr>
              <a:xfrm flipH="1">
                <a:off x="5136120" y="2717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399" name=""/>
              <p:cNvGrpSpPr/>
              <p:nvPr/>
            </p:nvGrpSpPr>
            <p:grpSpPr>
              <a:xfrm>
                <a:off x="5135760" y="1339200"/>
                <a:ext cx="229320" cy="1404000"/>
                <a:chOff x="5135760" y="1339200"/>
                <a:chExt cx="229320" cy="1404000"/>
              </a:xfrm>
            </p:grpSpPr>
            <p:sp>
              <p:nvSpPr>
                <p:cNvPr id="400" name=""/>
                <p:cNvSpPr/>
                <p:nvPr/>
              </p:nvSpPr>
              <p:spPr>
                <a:xfrm>
                  <a:off x="5364720" y="1339200"/>
                  <a:ext cx="360" cy="14040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01" name=""/>
                <p:cNvSpPr/>
                <p:nvPr/>
              </p:nvSpPr>
              <p:spPr>
                <a:xfrm flipH="1">
                  <a:off x="5135760" y="13579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402" name=""/>
          <p:cNvSpPr/>
          <p:nvPr/>
        </p:nvSpPr>
        <p:spPr>
          <a:xfrm>
            <a:off x="228600" y="1143000"/>
            <a:ext cx="6397200" cy="4694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print("INITIAL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2] , [3, 4] , [5,6]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b=a+a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MATRIX:{b}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3" name="" descr=""/>
          <p:cNvPicPr/>
          <p:nvPr/>
        </p:nvPicPr>
        <p:blipFill>
          <a:blip r:embed="rId1"/>
          <a:stretch/>
        </p:blipFill>
        <p:spPr>
          <a:xfrm>
            <a:off x="2514600" y="3958200"/>
            <a:ext cx="9214920" cy="2210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 Transpose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5" name=""/>
          <p:cNvGrpSpPr/>
          <p:nvPr/>
        </p:nvGrpSpPr>
        <p:grpSpPr>
          <a:xfrm>
            <a:off x="4343400" y="1339200"/>
            <a:ext cx="1139400" cy="1404000"/>
            <a:chOff x="4343400" y="1339200"/>
            <a:chExt cx="1139400" cy="1404000"/>
          </a:xfrm>
        </p:grpSpPr>
        <p:sp>
          <p:nvSpPr>
            <p:cNvPr id="406" name=""/>
            <p:cNvSpPr/>
            <p:nvPr/>
          </p:nvSpPr>
          <p:spPr>
            <a:xfrm>
              <a:off x="4343400" y="1373040"/>
              <a:ext cx="1139400" cy="136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5       6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07" name=""/>
            <p:cNvGrpSpPr/>
            <p:nvPr/>
          </p:nvGrpSpPr>
          <p:grpSpPr>
            <a:xfrm>
              <a:off x="4343400" y="1339200"/>
              <a:ext cx="228960" cy="1404000"/>
              <a:chOff x="4343400" y="1339200"/>
              <a:chExt cx="228960" cy="1404000"/>
            </a:xfrm>
          </p:grpSpPr>
          <p:sp>
            <p:nvSpPr>
              <p:cNvPr id="408" name=""/>
              <p:cNvSpPr/>
              <p:nvPr/>
            </p:nvSpPr>
            <p:spPr>
              <a:xfrm>
                <a:off x="4343400" y="2717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09" name=""/>
              <p:cNvGrpSpPr/>
              <p:nvPr/>
            </p:nvGrpSpPr>
            <p:grpSpPr>
              <a:xfrm>
                <a:off x="4343400" y="1339200"/>
                <a:ext cx="228960" cy="1404000"/>
                <a:chOff x="4343400" y="1339200"/>
                <a:chExt cx="228960" cy="1404000"/>
              </a:xfrm>
            </p:grpSpPr>
            <p:sp>
              <p:nvSpPr>
                <p:cNvPr id="410" name=""/>
                <p:cNvSpPr/>
                <p:nvPr/>
              </p:nvSpPr>
              <p:spPr>
                <a:xfrm>
                  <a:off x="4343400" y="1339200"/>
                  <a:ext cx="360" cy="14040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11" name=""/>
                <p:cNvSpPr/>
                <p:nvPr/>
              </p:nvSpPr>
              <p:spPr>
                <a:xfrm>
                  <a:off x="4343760" y="13579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412" name=""/>
            <p:cNvGrpSpPr/>
            <p:nvPr/>
          </p:nvGrpSpPr>
          <p:grpSpPr>
            <a:xfrm>
              <a:off x="5135760" y="1339200"/>
              <a:ext cx="229320" cy="1404000"/>
              <a:chOff x="5135760" y="1339200"/>
              <a:chExt cx="229320" cy="1404000"/>
            </a:xfrm>
          </p:grpSpPr>
          <p:sp>
            <p:nvSpPr>
              <p:cNvPr id="413" name=""/>
              <p:cNvSpPr/>
              <p:nvPr/>
            </p:nvSpPr>
            <p:spPr>
              <a:xfrm flipH="1">
                <a:off x="5136120" y="2717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14" name=""/>
              <p:cNvGrpSpPr/>
              <p:nvPr/>
            </p:nvGrpSpPr>
            <p:grpSpPr>
              <a:xfrm>
                <a:off x="5135760" y="1339200"/>
                <a:ext cx="229320" cy="1404000"/>
                <a:chOff x="5135760" y="1339200"/>
                <a:chExt cx="229320" cy="1404000"/>
              </a:xfrm>
            </p:grpSpPr>
            <p:sp>
              <p:nvSpPr>
                <p:cNvPr id="415" name=""/>
                <p:cNvSpPr/>
                <p:nvPr/>
              </p:nvSpPr>
              <p:spPr>
                <a:xfrm>
                  <a:off x="5364720" y="1339200"/>
                  <a:ext cx="360" cy="14040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16" name=""/>
                <p:cNvSpPr/>
                <p:nvPr/>
              </p:nvSpPr>
              <p:spPr>
                <a:xfrm flipH="1">
                  <a:off x="5135760" y="13579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417" name=""/>
          <p:cNvSpPr/>
          <p:nvPr/>
        </p:nvSpPr>
        <p:spPr>
          <a:xfrm>
            <a:off x="228600" y="1143000"/>
            <a:ext cx="6397200" cy="4694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print("INITIAL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2] , [3, 4] , [5,6]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b=</a:t>
            </a:r>
            <a:r>
              <a:rPr b="1" lang="en-US" sz="1800" spc="-1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Liberation Mono;Courier New;Cousine;DejaVu Sans Mono"/>
              </a:rPr>
              <a:t>a.T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MATRIX:{b}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8" name="" descr=""/>
          <p:cNvPicPr/>
          <p:nvPr/>
        </p:nvPicPr>
        <p:blipFill>
          <a:blip r:embed="rId1"/>
          <a:stretch/>
        </p:blipFill>
        <p:spPr>
          <a:xfrm>
            <a:off x="2286000" y="3967560"/>
            <a:ext cx="9308160" cy="220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 Multiplication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0" name=""/>
          <p:cNvGrpSpPr/>
          <p:nvPr/>
        </p:nvGrpSpPr>
        <p:grpSpPr>
          <a:xfrm>
            <a:off x="4343400" y="1339200"/>
            <a:ext cx="1139400" cy="1404000"/>
            <a:chOff x="4343400" y="1339200"/>
            <a:chExt cx="1139400" cy="1404000"/>
          </a:xfrm>
        </p:grpSpPr>
        <p:sp>
          <p:nvSpPr>
            <p:cNvPr id="421" name=""/>
            <p:cNvSpPr/>
            <p:nvPr/>
          </p:nvSpPr>
          <p:spPr>
            <a:xfrm>
              <a:off x="4343400" y="1373040"/>
              <a:ext cx="1139400" cy="136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5       6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22" name=""/>
            <p:cNvGrpSpPr/>
            <p:nvPr/>
          </p:nvGrpSpPr>
          <p:grpSpPr>
            <a:xfrm>
              <a:off x="4343400" y="1339200"/>
              <a:ext cx="228960" cy="1404000"/>
              <a:chOff x="4343400" y="1339200"/>
              <a:chExt cx="228960" cy="1404000"/>
            </a:xfrm>
          </p:grpSpPr>
          <p:sp>
            <p:nvSpPr>
              <p:cNvPr id="423" name=""/>
              <p:cNvSpPr/>
              <p:nvPr/>
            </p:nvSpPr>
            <p:spPr>
              <a:xfrm>
                <a:off x="4343400" y="2717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24" name=""/>
              <p:cNvGrpSpPr/>
              <p:nvPr/>
            </p:nvGrpSpPr>
            <p:grpSpPr>
              <a:xfrm>
                <a:off x="4343400" y="1339200"/>
                <a:ext cx="228960" cy="1404000"/>
                <a:chOff x="4343400" y="1339200"/>
                <a:chExt cx="228960" cy="1404000"/>
              </a:xfrm>
            </p:grpSpPr>
            <p:sp>
              <p:nvSpPr>
                <p:cNvPr id="425" name=""/>
                <p:cNvSpPr/>
                <p:nvPr/>
              </p:nvSpPr>
              <p:spPr>
                <a:xfrm>
                  <a:off x="4343400" y="1339200"/>
                  <a:ext cx="360" cy="14040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26" name=""/>
                <p:cNvSpPr/>
                <p:nvPr/>
              </p:nvSpPr>
              <p:spPr>
                <a:xfrm>
                  <a:off x="4343760" y="13579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427" name=""/>
            <p:cNvGrpSpPr/>
            <p:nvPr/>
          </p:nvGrpSpPr>
          <p:grpSpPr>
            <a:xfrm>
              <a:off x="5135760" y="1339200"/>
              <a:ext cx="229320" cy="1404000"/>
              <a:chOff x="5135760" y="1339200"/>
              <a:chExt cx="229320" cy="1404000"/>
            </a:xfrm>
          </p:grpSpPr>
          <p:sp>
            <p:nvSpPr>
              <p:cNvPr id="428" name=""/>
              <p:cNvSpPr/>
              <p:nvPr/>
            </p:nvSpPr>
            <p:spPr>
              <a:xfrm flipH="1">
                <a:off x="5136120" y="2717280"/>
                <a:ext cx="22860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29" name=""/>
              <p:cNvGrpSpPr/>
              <p:nvPr/>
            </p:nvGrpSpPr>
            <p:grpSpPr>
              <a:xfrm>
                <a:off x="5135760" y="1339200"/>
                <a:ext cx="229320" cy="1404000"/>
                <a:chOff x="5135760" y="1339200"/>
                <a:chExt cx="229320" cy="1404000"/>
              </a:xfrm>
            </p:grpSpPr>
            <p:sp>
              <p:nvSpPr>
                <p:cNvPr id="430" name=""/>
                <p:cNvSpPr/>
                <p:nvPr/>
              </p:nvSpPr>
              <p:spPr>
                <a:xfrm>
                  <a:off x="5364720" y="1339200"/>
                  <a:ext cx="360" cy="14040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31" name=""/>
                <p:cNvSpPr/>
                <p:nvPr/>
              </p:nvSpPr>
              <p:spPr>
                <a:xfrm flipH="1">
                  <a:off x="5135760" y="1357920"/>
                  <a:ext cx="22860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432" name=""/>
          <p:cNvSpPr/>
          <p:nvPr/>
        </p:nvSpPr>
        <p:spPr>
          <a:xfrm>
            <a:off x="228600" y="1143000"/>
            <a:ext cx="6397200" cy="4694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print("INITIAL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2] , [3, 4] , [5,6]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b=np.matmul(a.T , a)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MATRIX:{b}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3" name="" descr=""/>
          <p:cNvPicPr/>
          <p:nvPr/>
        </p:nvPicPr>
        <p:blipFill>
          <a:blip r:embed="rId1"/>
          <a:stretch/>
        </p:blipFill>
        <p:spPr>
          <a:xfrm>
            <a:off x="2514600" y="4114800"/>
            <a:ext cx="8772840" cy="192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Matrix Inverse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35" name=""/>
          <p:cNvGrpSpPr/>
          <p:nvPr/>
        </p:nvGrpSpPr>
        <p:grpSpPr>
          <a:xfrm>
            <a:off x="5783400" y="1339200"/>
            <a:ext cx="1826280" cy="1632600"/>
            <a:chOff x="5783400" y="1339200"/>
            <a:chExt cx="1826280" cy="1632600"/>
          </a:xfrm>
        </p:grpSpPr>
        <p:sp>
          <p:nvSpPr>
            <p:cNvPr id="436" name=""/>
            <p:cNvSpPr/>
            <p:nvPr/>
          </p:nvSpPr>
          <p:spPr>
            <a:xfrm>
              <a:off x="5783400" y="1378080"/>
              <a:ext cx="1826280" cy="1590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1       2     3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5       7     11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13     17   23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37" name=""/>
            <p:cNvGrpSpPr/>
            <p:nvPr/>
          </p:nvGrpSpPr>
          <p:grpSpPr>
            <a:xfrm>
              <a:off x="5783400" y="1339200"/>
              <a:ext cx="366840" cy="1632600"/>
              <a:chOff x="5783400" y="1339200"/>
              <a:chExt cx="366840" cy="1632600"/>
            </a:xfrm>
          </p:grpSpPr>
          <p:sp>
            <p:nvSpPr>
              <p:cNvPr id="438" name=""/>
              <p:cNvSpPr/>
              <p:nvPr/>
            </p:nvSpPr>
            <p:spPr>
              <a:xfrm>
                <a:off x="5783400" y="294156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39" name=""/>
              <p:cNvGrpSpPr/>
              <p:nvPr/>
            </p:nvGrpSpPr>
            <p:grpSpPr>
              <a:xfrm>
                <a:off x="5783400" y="1339200"/>
                <a:ext cx="366840" cy="1632600"/>
                <a:chOff x="5783400" y="1339200"/>
                <a:chExt cx="366840" cy="1632600"/>
              </a:xfrm>
            </p:grpSpPr>
            <p:sp>
              <p:nvSpPr>
                <p:cNvPr id="440" name=""/>
                <p:cNvSpPr/>
                <p:nvPr/>
              </p:nvSpPr>
              <p:spPr>
                <a:xfrm>
                  <a:off x="5783400" y="133920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41" name=""/>
                <p:cNvSpPr/>
                <p:nvPr/>
              </p:nvSpPr>
              <p:spPr>
                <a:xfrm>
                  <a:off x="5784120" y="136080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442" name=""/>
            <p:cNvGrpSpPr/>
            <p:nvPr/>
          </p:nvGrpSpPr>
          <p:grpSpPr>
            <a:xfrm>
              <a:off x="7052400" y="1339200"/>
              <a:ext cx="367200" cy="1632600"/>
              <a:chOff x="7052400" y="1339200"/>
              <a:chExt cx="367200" cy="1632600"/>
            </a:xfrm>
          </p:grpSpPr>
          <p:sp>
            <p:nvSpPr>
              <p:cNvPr id="443" name=""/>
              <p:cNvSpPr/>
              <p:nvPr/>
            </p:nvSpPr>
            <p:spPr>
              <a:xfrm flipH="1">
                <a:off x="7053120" y="294156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44" name=""/>
              <p:cNvGrpSpPr/>
              <p:nvPr/>
            </p:nvGrpSpPr>
            <p:grpSpPr>
              <a:xfrm>
                <a:off x="7052400" y="1339200"/>
                <a:ext cx="367200" cy="1632600"/>
                <a:chOff x="7052400" y="1339200"/>
                <a:chExt cx="367200" cy="1632600"/>
              </a:xfrm>
            </p:grpSpPr>
            <p:sp>
              <p:nvSpPr>
                <p:cNvPr id="445" name=""/>
                <p:cNvSpPr/>
                <p:nvPr/>
              </p:nvSpPr>
              <p:spPr>
                <a:xfrm>
                  <a:off x="7418880" y="133920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46" name=""/>
                <p:cNvSpPr/>
                <p:nvPr/>
              </p:nvSpPr>
              <p:spPr>
                <a:xfrm flipH="1">
                  <a:off x="7052400" y="136080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447" name=""/>
          <p:cNvSpPr/>
          <p:nvPr/>
        </p:nvSpPr>
        <p:spPr>
          <a:xfrm>
            <a:off x="228600" y="1143000"/>
            <a:ext cx="7769880" cy="4694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370080" y="1296720"/>
            <a:ext cx="5113800" cy="23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print("INITIAL ARRAY")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[1,2,3] , [5,7,11] , [13,17,23]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DIM : {a.shape}")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b=np.linalg.inv(a)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INVERSE MATRIX:{b}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c=np.matmul(b,a)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A INVERSE * A :{c}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9" name="" descr=""/>
          <p:cNvPicPr/>
          <p:nvPr/>
        </p:nvPicPr>
        <p:blipFill>
          <a:blip r:embed="rId1"/>
          <a:stretch/>
        </p:blipFill>
        <p:spPr>
          <a:xfrm>
            <a:off x="4473720" y="3431520"/>
            <a:ext cx="8085240" cy="2966760"/>
          </a:xfrm>
          <a:prstGeom prst="rect">
            <a:avLst/>
          </a:prstGeom>
          <a:ln w="0">
            <a:noFill/>
          </a:ln>
        </p:spPr>
      </p:pic>
      <p:sp>
        <p:nvSpPr>
          <p:cNvPr id="450" name=""/>
          <p:cNvSpPr/>
          <p:nvPr/>
        </p:nvSpPr>
        <p:spPr>
          <a:xfrm>
            <a:off x="7480080" y="5572800"/>
            <a:ext cx="1597680" cy="454680"/>
          </a:xfrm>
          <a:prstGeom prst="ellipse">
            <a:avLst/>
          </a:prstGeom>
          <a:noFill/>
          <a:ln w="381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 flipH="1">
            <a:off x="8001000" y="2286000"/>
            <a:ext cx="1600200" cy="3286800"/>
          </a:xfrm>
          <a:prstGeom prst="line">
            <a:avLst/>
          </a:prstGeom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c9211e"/>
              </a:solidFill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8915400" y="1939680"/>
            <a:ext cx="18262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0000"/>
                </a:solidFill>
                <a:latin typeface="Arial"/>
              </a:rPr>
              <a:t>Very close to </a:t>
            </a:r>
            <a:r>
              <a:rPr b="1" lang="en-US" sz="1800" spc="-1" strike="noStrike">
                <a:solidFill>
                  <a:srgbClr val="ff0000"/>
                </a:solidFill>
                <a:latin typeface="Arial"/>
              </a:rPr>
              <a:t>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Horizontal Stacking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54" name=""/>
          <p:cNvGrpSpPr/>
          <p:nvPr/>
        </p:nvGrpSpPr>
        <p:grpSpPr>
          <a:xfrm>
            <a:off x="7586280" y="1339200"/>
            <a:ext cx="1826280" cy="1632600"/>
            <a:chOff x="7586280" y="1339200"/>
            <a:chExt cx="1826280" cy="1632600"/>
          </a:xfrm>
        </p:grpSpPr>
        <p:sp>
          <p:nvSpPr>
            <p:cNvPr id="455" name=""/>
            <p:cNvSpPr/>
            <p:nvPr/>
          </p:nvSpPr>
          <p:spPr>
            <a:xfrm>
              <a:off x="7586280" y="1378080"/>
              <a:ext cx="1826280" cy="1590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1       2     3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4       5     6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7       8     9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56" name=""/>
            <p:cNvGrpSpPr/>
            <p:nvPr/>
          </p:nvGrpSpPr>
          <p:grpSpPr>
            <a:xfrm>
              <a:off x="7586280" y="1339200"/>
              <a:ext cx="366840" cy="1632600"/>
              <a:chOff x="7586280" y="1339200"/>
              <a:chExt cx="366840" cy="1632600"/>
            </a:xfrm>
          </p:grpSpPr>
          <p:sp>
            <p:nvSpPr>
              <p:cNvPr id="457" name=""/>
              <p:cNvSpPr/>
              <p:nvPr/>
            </p:nvSpPr>
            <p:spPr>
              <a:xfrm>
                <a:off x="7586280" y="294156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58" name=""/>
              <p:cNvGrpSpPr/>
              <p:nvPr/>
            </p:nvGrpSpPr>
            <p:grpSpPr>
              <a:xfrm>
                <a:off x="7586280" y="1339200"/>
                <a:ext cx="366840" cy="1632600"/>
                <a:chOff x="7586280" y="1339200"/>
                <a:chExt cx="366840" cy="1632600"/>
              </a:xfrm>
            </p:grpSpPr>
            <p:sp>
              <p:nvSpPr>
                <p:cNvPr id="459" name=""/>
                <p:cNvSpPr/>
                <p:nvPr/>
              </p:nvSpPr>
              <p:spPr>
                <a:xfrm>
                  <a:off x="7586280" y="133920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60" name=""/>
                <p:cNvSpPr/>
                <p:nvPr/>
              </p:nvSpPr>
              <p:spPr>
                <a:xfrm>
                  <a:off x="7587000" y="136080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461" name=""/>
            <p:cNvGrpSpPr/>
            <p:nvPr/>
          </p:nvGrpSpPr>
          <p:grpSpPr>
            <a:xfrm>
              <a:off x="8855280" y="1339200"/>
              <a:ext cx="367200" cy="1632600"/>
              <a:chOff x="8855280" y="1339200"/>
              <a:chExt cx="367200" cy="1632600"/>
            </a:xfrm>
          </p:grpSpPr>
          <p:sp>
            <p:nvSpPr>
              <p:cNvPr id="462" name=""/>
              <p:cNvSpPr/>
              <p:nvPr/>
            </p:nvSpPr>
            <p:spPr>
              <a:xfrm flipH="1">
                <a:off x="8856000" y="294156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63" name=""/>
              <p:cNvGrpSpPr/>
              <p:nvPr/>
            </p:nvGrpSpPr>
            <p:grpSpPr>
              <a:xfrm>
                <a:off x="8855280" y="1339200"/>
                <a:ext cx="367200" cy="1632600"/>
                <a:chOff x="8855280" y="1339200"/>
                <a:chExt cx="367200" cy="1632600"/>
              </a:xfrm>
            </p:grpSpPr>
            <p:sp>
              <p:nvSpPr>
                <p:cNvPr id="464" name=""/>
                <p:cNvSpPr/>
                <p:nvPr/>
              </p:nvSpPr>
              <p:spPr>
                <a:xfrm>
                  <a:off x="9221760" y="133920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65" name=""/>
                <p:cNvSpPr/>
                <p:nvPr/>
              </p:nvSpPr>
              <p:spPr>
                <a:xfrm flipH="1">
                  <a:off x="8855280" y="136080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466" name=""/>
          <p:cNvSpPr/>
          <p:nvPr/>
        </p:nvSpPr>
        <p:spPr>
          <a:xfrm>
            <a:off x="228600" y="1143000"/>
            <a:ext cx="11742840" cy="4694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370080" y="1296720"/>
            <a:ext cx="6943320" cy="23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2,3] , [4, 5, 6 ] , [7,8,9]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A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 = np.array( [   [11, 12,13] , [14, 15, 16 ] , [17,18,19]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B : {b}")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c=np.hstack((a,b))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HSTACK:{c}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68" name=""/>
          <p:cNvGrpSpPr/>
          <p:nvPr/>
        </p:nvGrpSpPr>
        <p:grpSpPr>
          <a:xfrm>
            <a:off x="9746280" y="1339560"/>
            <a:ext cx="1826280" cy="1632600"/>
            <a:chOff x="9746280" y="1339560"/>
            <a:chExt cx="1826280" cy="1632600"/>
          </a:xfrm>
        </p:grpSpPr>
        <p:sp>
          <p:nvSpPr>
            <p:cNvPr id="469" name=""/>
            <p:cNvSpPr/>
            <p:nvPr/>
          </p:nvSpPr>
          <p:spPr>
            <a:xfrm>
              <a:off x="9746280" y="1378440"/>
              <a:ext cx="1826280" cy="1590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11      12    13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14      15    16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17      18    19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70" name=""/>
            <p:cNvGrpSpPr/>
            <p:nvPr/>
          </p:nvGrpSpPr>
          <p:grpSpPr>
            <a:xfrm>
              <a:off x="9746280" y="1339560"/>
              <a:ext cx="366840" cy="1632600"/>
              <a:chOff x="9746280" y="1339560"/>
              <a:chExt cx="366840" cy="1632600"/>
            </a:xfrm>
          </p:grpSpPr>
          <p:sp>
            <p:nvSpPr>
              <p:cNvPr id="471" name=""/>
              <p:cNvSpPr/>
              <p:nvPr/>
            </p:nvSpPr>
            <p:spPr>
              <a:xfrm>
                <a:off x="9746280" y="294192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72" name=""/>
              <p:cNvGrpSpPr/>
              <p:nvPr/>
            </p:nvGrpSpPr>
            <p:grpSpPr>
              <a:xfrm>
                <a:off x="9746280" y="1339560"/>
                <a:ext cx="366840" cy="1632600"/>
                <a:chOff x="9746280" y="1339560"/>
                <a:chExt cx="366840" cy="1632600"/>
              </a:xfrm>
            </p:grpSpPr>
            <p:sp>
              <p:nvSpPr>
                <p:cNvPr id="473" name=""/>
                <p:cNvSpPr/>
                <p:nvPr/>
              </p:nvSpPr>
              <p:spPr>
                <a:xfrm>
                  <a:off x="9746280" y="133956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74" name=""/>
                <p:cNvSpPr/>
                <p:nvPr/>
              </p:nvSpPr>
              <p:spPr>
                <a:xfrm>
                  <a:off x="9747000" y="136116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475" name=""/>
            <p:cNvGrpSpPr/>
            <p:nvPr/>
          </p:nvGrpSpPr>
          <p:grpSpPr>
            <a:xfrm>
              <a:off x="11015280" y="1339560"/>
              <a:ext cx="367200" cy="1632600"/>
              <a:chOff x="11015280" y="1339560"/>
              <a:chExt cx="367200" cy="1632600"/>
            </a:xfrm>
          </p:grpSpPr>
          <p:sp>
            <p:nvSpPr>
              <p:cNvPr id="476" name=""/>
              <p:cNvSpPr/>
              <p:nvPr/>
            </p:nvSpPr>
            <p:spPr>
              <a:xfrm flipH="1">
                <a:off x="11016000" y="294192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77" name=""/>
              <p:cNvGrpSpPr/>
              <p:nvPr/>
            </p:nvGrpSpPr>
            <p:grpSpPr>
              <a:xfrm>
                <a:off x="11015280" y="1339560"/>
                <a:ext cx="367200" cy="1632600"/>
                <a:chOff x="11015280" y="1339560"/>
                <a:chExt cx="367200" cy="1632600"/>
              </a:xfrm>
            </p:grpSpPr>
            <p:sp>
              <p:nvSpPr>
                <p:cNvPr id="478" name=""/>
                <p:cNvSpPr/>
                <p:nvPr/>
              </p:nvSpPr>
              <p:spPr>
                <a:xfrm>
                  <a:off x="11381760" y="133956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79" name=""/>
                <p:cNvSpPr/>
                <p:nvPr/>
              </p:nvSpPr>
              <p:spPr>
                <a:xfrm flipH="1">
                  <a:off x="11015280" y="136116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pic>
        <p:nvPicPr>
          <p:cNvPr id="480" name="" descr=""/>
          <p:cNvPicPr/>
          <p:nvPr/>
        </p:nvPicPr>
        <p:blipFill>
          <a:blip r:embed="rId1"/>
          <a:stretch/>
        </p:blipFill>
        <p:spPr>
          <a:xfrm>
            <a:off x="3716280" y="4150800"/>
            <a:ext cx="8255160" cy="224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Vertical Stacking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82" name=""/>
          <p:cNvGrpSpPr/>
          <p:nvPr/>
        </p:nvGrpSpPr>
        <p:grpSpPr>
          <a:xfrm>
            <a:off x="7586280" y="1339200"/>
            <a:ext cx="1826280" cy="1632600"/>
            <a:chOff x="7586280" y="1339200"/>
            <a:chExt cx="1826280" cy="1632600"/>
          </a:xfrm>
        </p:grpSpPr>
        <p:sp>
          <p:nvSpPr>
            <p:cNvPr id="483" name=""/>
            <p:cNvSpPr/>
            <p:nvPr/>
          </p:nvSpPr>
          <p:spPr>
            <a:xfrm>
              <a:off x="7586280" y="1378080"/>
              <a:ext cx="1826280" cy="1590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1       2     3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4       5     6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7       8     9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84" name=""/>
            <p:cNvGrpSpPr/>
            <p:nvPr/>
          </p:nvGrpSpPr>
          <p:grpSpPr>
            <a:xfrm>
              <a:off x="7586280" y="1339200"/>
              <a:ext cx="366840" cy="1632600"/>
              <a:chOff x="7586280" y="1339200"/>
              <a:chExt cx="366840" cy="1632600"/>
            </a:xfrm>
          </p:grpSpPr>
          <p:sp>
            <p:nvSpPr>
              <p:cNvPr id="485" name=""/>
              <p:cNvSpPr/>
              <p:nvPr/>
            </p:nvSpPr>
            <p:spPr>
              <a:xfrm>
                <a:off x="7586280" y="294156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86" name=""/>
              <p:cNvGrpSpPr/>
              <p:nvPr/>
            </p:nvGrpSpPr>
            <p:grpSpPr>
              <a:xfrm>
                <a:off x="7586280" y="1339200"/>
                <a:ext cx="366840" cy="1632600"/>
                <a:chOff x="7586280" y="1339200"/>
                <a:chExt cx="366840" cy="1632600"/>
              </a:xfrm>
            </p:grpSpPr>
            <p:sp>
              <p:nvSpPr>
                <p:cNvPr id="487" name=""/>
                <p:cNvSpPr/>
                <p:nvPr/>
              </p:nvSpPr>
              <p:spPr>
                <a:xfrm>
                  <a:off x="7586280" y="133920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88" name=""/>
                <p:cNvSpPr/>
                <p:nvPr/>
              </p:nvSpPr>
              <p:spPr>
                <a:xfrm>
                  <a:off x="7587000" y="136080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489" name=""/>
            <p:cNvGrpSpPr/>
            <p:nvPr/>
          </p:nvGrpSpPr>
          <p:grpSpPr>
            <a:xfrm>
              <a:off x="8855280" y="1339200"/>
              <a:ext cx="367200" cy="1632600"/>
              <a:chOff x="8855280" y="1339200"/>
              <a:chExt cx="367200" cy="1632600"/>
            </a:xfrm>
          </p:grpSpPr>
          <p:sp>
            <p:nvSpPr>
              <p:cNvPr id="490" name=""/>
              <p:cNvSpPr/>
              <p:nvPr/>
            </p:nvSpPr>
            <p:spPr>
              <a:xfrm flipH="1">
                <a:off x="8856000" y="294156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491" name=""/>
              <p:cNvGrpSpPr/>
              <p:nvPr/>
            </p:nvGrpSpPr>
            <p:grpSpPr>
              <a:xfrm>
                <a:off x="8855280" y="1339200"/>
                <a:ext cx="367200" cy="1632600"/>
                <a:chOff x="8855280" y="1339200"/>
                <a:chExt cx="367200" cy="1632600"/>
              </a:xfrm>
            </p:grpSpPr>
            <p:sp>
              <p:nvSpPr>
                <p:cNvPr id="492" name=""/>
                <p:cNvSpPr/>
                <p:nvPr/>
              </p:nvSpPr>
              <p:spPr>
                <a:xfrm>
                  <a:off x="9221760" y="133920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493" name=""/>
                <p:cNvSpPr/>
                <p:nvPr/>
              </p:nvSpPr>
              <p:spPr>
                <a:xfrm flipH="1">
                  <a:off x="8855280" y="136080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494" name=""/>
          <p:cNvSpPr/>
          <p:nvPr/>
        </p:nvSpPr>
        <p:spPr>
          <a:xfrm>
            <a:off x="228600" y="1143000"/>
            <a:ext cx="11742840" cy="4694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370080" y="1296720"/>
            <a:ext cx="6943320" cy="23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2,3] , [4, 5, 6 ] , [7,8,9]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A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 = np.array( [   [11, 12,13] , [14, 15, 16 ] , [17,18,19]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B : {b}")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c=np.vstack((a,b))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VSTACK:{c}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96" name=""/>
          <p:cNvGrpSpPr/>
          <p:nvPr/>
        </p:nvGrpSpPr>
        <p:grpSpPr>
          <a:xfrm>
            <a:off x="9746280" y="1339560"/>
            <a:ext cx="1826280" cy="1632600"/>
            <a:chOff x="9746280" y="1339560"/>
            <a:chExt cx="1826280" cy="1632600"/>
          </a:xfrm>
        </p:grpSpPr>
        <p:sp>
          <p:nvSpPr>
            <p:cNvPr id="497" name=""/>
            <p:cNvSpPr/>
            <p:nvPr/>
          </p:nvSpPr>
          <p:spPr>
            <a:xfrm>
              <a:off x="9746280" y="1378440"/>
              <a:ext cx="1826280" cy="1590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11      12    13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14      15    16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17      18    19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98" name=""/>
            <p:cNvGrpSpPr/>
            <p:nvPr/>
          </p:nvGrpSpPr>
          <p:grpSpPr>
            <a:xfrm>
              <a:off x="9746280" y="1339560"/>
              <a:ext cx="366840" cy="1632600"/>
              <a:chOff x="9746280" y="1339560"/>
              <a:chExt cx="366840" cy="1632600"/>
            </a:xfrm>
          </p:grpSpPr>
          <p:sp>
            <p:nvSpPr>
              <p:cNvPr id="499" name=""/>
              <p:cNvSpPr/>
              <p:nvPr/>
            </p:nvSpPr>
            <p:spPr>
              <a:xfrm>
                <a:off x="9746280" y="294192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00" name=""/>
              <p:cNvGrpSpPr/>
              <p:nvPr/>
            </p:nvGrpSpPr>
            <p:grpSpPr>
              <a:xfrm>
                <a:off x="9746280" y="1339560"/>
                <a:ext cx="366840" cy="1632600"/>
                <a:chOff x="9746280" y="1339560"/>
                <a:chExt cx="366840" cy="1632600"/>
              </a:xfrm>
            </p:grpSpPr>
            <p:sp>
              <p:nvSpPr>
                <p:cNvPr id="501" name=""/>
                <p:cNvSpPr/>
                <p:nvPr/>
              </p:nvSpPr>
              <p:spPr>
                <a:xfrm>
                  <a:off x="9746280" y="133956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02" name=""/>
                <p:cNvSpPr/>
                <p:nvPr/>
              </p:nvSpPr>
              <p:spPr>
                <a:xfrm>
                  <a:off x="9747000" y="136116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503" name=""/>
            <p:cNvGrpSpPr/>
            <p:nvPr/>
          </p:nvGrpSpPr>
          <p:grpSpPr>
            <a:xfrm>
              <a:off x="11015280" y="1339560"/>
              <a:ext cx="367200" cy="1632600"/>
              <a:chOff x="11015280" y="1339560"/>
              <a:chExt cx="367200" cy="1632600"/>
            </a:xfrm>
          </p:grpSpPr>
          <p:sp>
            <p:nvSpPr>
              <p:cNvPr id="504" name=""/>
              <p:cNvSpPr/>
              <p:nvPr/>
            </p:nvSpPr>
            <p:spPr>
              <a:xfrm flipH="1">
                <a:off x="11016000" y="294192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05" name=""/>
              <p:cNvGrpSpPr/>
              <p:nvPr/>
            </p:nvGrpSpPr>
            <p:grpSpPr>
              <a:xfrm>
                <a:off x="11015280" y="1339560"/>
                <a:ext cx="367200" cy="1632600"/>
                <a:chOff x="11015280" y="1339560"/>
                <a:chExt cx="367200" cy="1632600"/>
              </a:xfrm>
            </p:grpSpPr>
            <p:sp>
              <p:nvSpPr>
                <p:cNvPr id="506" name=""/>
                <p:cNvSpPr/>
                <p:nvPr/>
              </p:nvSpPr>
              <p:spPr>
                <a:xfrm>
                  <a:off x="11381760" y="133956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07" name=""/>
                <p:cNvSpPr/>
                <p:nvPr/>
              </p:nvSpPr>
              <p:spPr>
                <a:xfrm flipH="1">
                  <a:off x="11015280" y="136116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pic>
        <p:nvPicPr>
          <p:cNvPr id="508" name="" descr=""/>
          <p:cNvPicPr/>
          <p:nvPr/>
        </p:nvPicPr>
        <p:blipFill>
          <a:blip r:embed="rId1"/>
          <a:stretch/>
        </p:blipFill>
        <p:spPr>
          <a:xfrm>
            <a:off x="3903840" y="3886200"/>
            <a:ext cx="8286480" cy="291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Depth Stacking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10" name=""/>
          <p:cNvGrpSpPr/>
          <p:nvPr/>
        </p:nvGrpSpPr>
        <p:grpSpPr>
          <a:xfrm>
            <a:off x="7586280" y="1339200"/>
            <a:ext cx="1826280" cy="1632600"/>
            <a:chOff x="7586280" y="1339200"/>
            <a:chExt cx="1826280" cy="1632600"/>
          </a:xfrm>
        </p:grpSpPr>
        <p:sp>
          <p:nvSpPr>
            <p:cNvPr id="511" name=""/>
            <p:cNvSpPr/>
            <p:nvPr/>
          </p:nvSpPr>
          <p:spPr>
            <a:xfrm>
              <a:off x="7586280" y="1378080"/>
              <a:ext cx="1826280" cy="1590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1       2     3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4       5     6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7       8     9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12" name=""/>
            <p:cNvGrpSpPr/>
            <p:nvPr/>
          </p:nvGrpSpPr>
          <p:grpSpPr>
            <a:xfrm>
              <a:off x="7586280" y="1339200"/>
              <a:ext cx="366840" cy="1632600"/>
              <a:chOff x="7586280" y="1339200"/>
              <a:chExt cx="366840" cy="1632600"/>
            </a:xfrm>
          </p:grpSpPr>
          <p:sp>
            <p:nvSpPr>
              <p:cNvPr id="513" name=""/>
              <p:cNvSpPr/>
              <p:nvPr/>
            </p:nvSpPr>
            <p:spPr>
              <a:xfrm>
                <a:off x="7586280" y="294156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14" name=""/>
              <p:cNvGrpSpPr/>
              <p:nvPr/>
            </p:nvGrpSpPr>
            <p:grpSpPr>
              <a:xfrm>
                <a:off x="7586280" y="1339200"/>
                <a:ext cx="366840" cy="1632600"/>
                <a:chOff x="7586280" y="1339200"/>
                <a:chExt cx="366840" cy="1632600"/>
              </a:xfrm>
            </p:grpSpPr>
            <p:sp>
              <p:nvSpPr>
                <p:cNvPr id="515" name=""/>
                <p:cNvSpPr/>
                <p:nvPr/>
              </p:nvSpPr>
              <p:spPr>
                <a:xfrm>
                  <a:off x="7586280" y="133920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16" name=""/>
                <p:cNvSpPr/>
                <p:nvPr/>
              </p:nvSpPr>
              <p:spPr>
                <a:xfrm>
                  <a:off x="7587000" y="136080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517" name=""/>
            <p:cNvGrpSpPr/>
            <p:nvPr/>
          </p:nvGrpSpPr>
          <p:grpSpPr>
            <a:xfrm>
              <a:off x="8855280" y="1339200"/>
              <a:ext cx="367200" cy="1632600"/>
              <a:chOff x="8855280" y="1339200"/>
              <a:chExt cx="367200" cy="1632600"/>
            </a:xfrm>
          </p:grpSpPr>
          <p:sp>
            <p:nvSpPr>
              <p:cNvPr id="518" name=""/>
              <p:cNvSpPr/>
              <p:nvPr/>
            </p:nvSpPr>
            <p:spPr>
              <a:xfrm flipH="1">
                <a:off x="8856000" y="294156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19" name=""/>
              <p:cNvGrpSpPr/>
              <p:nvPr/>
            </p:nvGrpSpPr>
            <p:grpSpPr>
              <a:xfrm>
                <a:off x="8855280" y="1339200"/>
                <a:ext cx="367200" cy="1632600"/>
                <a:chOff x="8855280" y="1339200"/>
                <a:chExt cx="367200" cy="1632600"/>
              </a:xfrm>
            </p:grpSpPr>
            <p:sp>
              <p:nvSpPr>
                <p:cNvPr id="520" name=""/>
                <p:cNvSpPr/>
                <p:nvPr/>
              </p:nvSpPr>
              <p:spPr>
                <a:xfrm>
                  <a:off x="9221760" y="133920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21" name=""/>
                <p:cNvSpPr/>
                <p:nvPr/>
              </p:nvSpPr>
              <p:spPr>
                <a:xfrm flipH="1">
                  <a:off x="8855280" y="136080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522" name=""/>
          <p:cNvSpPr/>
          <p:nvPr/>
        </p:nvSpPr>
        <p:spPr>
          <a:xfrm>
            <a:off x="228600" y="1143000"/>
            <a:ext cx="11742840" cy="4694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370080" y="1296720"/>
            <a:ext cx="6943320" cy="23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2,3] , [4, 5, 6 ] , [7,8,9]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A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 = np.array( [   [11, 12,13] , [14, 15, 16 ] , [17,18,19]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B : {b}")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c=np.dstack((a,b))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DSTACK:{c}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24" name=""/>
          <p:cNvGrpSpPr/>
          <p:nvPr/>
        </p:nvGrpSpPr>
        <p:grpSpPr>
          <a:xfrm>
            <a:off x="9746280" y="1339560"/>
            <a:ext cx="1826280" cy="1632600"/>
            <a:chOff x="9746280" y="1339560"/>
            <a:chExt cx="1826280" cy="1632600"/>
          </a:xfrm>
        </p:grpSpPr>
        <p:sp>
          <p:nvSpPr>
            <p:cNvPr id="525" name=""/>
            <p:cNvSpPr/>
            <p:nvPr/>
          </p:nvSpPr>
          <p:spPr>
            <a:xfrm>
              <a:off x="9746280" y="1378440"/>
              <a:ext cx="1826280" cy="1590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11      12    13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14      15    16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17      18    19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26" name=""/>
            <p:cNvGrpSpPr/>
            <p:nvPr/>
          </p:nvGrpSpPr>
          <p:grpSpPr>
            <a:xfrm>
              <a:off x="9746280" y="1339560"/>
              <a:ext cx="366840" cy="1632600"/>
              <a:chOff x="9746280" y="1339560"/>
              <a:chExt cx="366840" cy="1632600"/>
            </a:xfrm>
          </p:grpSpPr>
          <p:sp>
            <p:nvSpPr>
              <p:cNvPr id="527" name=""/>
              <p:cNvSpPr/>
              <p:nvPr/>
            </p:nvSpPr>
            <p:spPr>
              <a:xfrm>
                <a:off x="9746280" y="294192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28" name=""/>
              <p:cNvGrpSpPr/>
              <p:nvPr/>
            </p:nvGrpSpPr>
            <p:grpSpPr>
              <a:xfrm>
                <a:off x="9746280" y="1339560"/>
                <a:ext cx="366840" cy="1632600"/>
                <a:chOff x="9746280" y="1339560"/>
                <a:chExt cx="366840" cy="1632600"/>
              </a:xfrm>
            </p:grpSpPr>
            <p:sp>
              <p:nvSpPr>
                <p:cNvPr id="529" name=""/>
                <p:cNvSpPr/>
                <p:nvPr/>
              </p:nvSpPr>
              <p:spPr>
                <a:xfrm>
                  <a:off x="9746280" y="133956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30" name=""/>
                <p:cNvSpPr/>
                <p:nvPr/>
              </p:nvSpPr>
              <p:spPr>
                <a:xfrm>
                  <a:off x="9747000" y="136116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531" name=""/>
            <p:cNvGrpSpPr/>
            <p:nvPr/>
          </p:nvGrpSpPr>
          <p:grpSpPr>
            <a:xfrm>
              <a:off x="11015280" y="1339560"/>
              <a:ext cx="367200" cy="1632600"/>
              <a:chOff x="11015280" y="1339560"/>
              <a:chExt cx="367200" cy="1632600"/>
            </a:xfrm>
          </p:grpSpPr>
          <p:sp>
            <p:nvSpPr>
              <p:cNvPr id="532" name=""/>
              <p:cNvSpPr/>
              <p:nvPr/>
            </p:nvSpPr>
            <p:spPr>
              <a:xfrm flipH="1">
                <a:off x="11016000" y="294192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33" name=""/>
              <p:cNvGrpSpPr/>
              <p:nvPr/>
            </p:nvGrpSpPr>
            <p:grpSpPr>
              <a:xfrm>
                <a:off x="11015280" y="1339560"/>
                <a:ext cx="367200" cy="1632600"/>
                <a:chOff x="11015280" y="1339560"/>
                <a:chExt cx="367200" cy="1632600"/>
              </a:xfrm>
            </p:grpSpPr>
            <p:sp>
              <p:nvSpPr>
                <p:cNvPr id="534" name=""/>
                <p:cNvSpPr/>
                <p:nvPr/>
              </p:nvSpPr>
              <p:spPr>
                <a:xfrm>
                  <a:off x="11381760" y="1339560"/>
                  <a:ext cx="720" cy="16326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35" name=""/>
                <p:cNvSpPr/>
                <p:nvPr/>
              </p:nvSpPr>
              <p:spPr>
                <a:xfrm flipH="1">
                  <a:off x="11015280" y="136116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pic>
        <p:nvPicPr>
          <p:cNvPr id="536" name="" descr=""/>
          <p:cNvPicPr/>
          <p:nvPr/>
        </p:nvPicPr>
        <p:blipFill>
          <a:blip r:embed="rId1"/>
          <a:stretch/>
        </p:blipFill>
        <p:spPr>
          <a:xfrm>
            <a:off x="3778560" y="3033000"/>
            <a:ext cx="8335080" cy="391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Horizontal Splitting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38" name=""/>
          <p:cNvGrpSpPr/>
          <p:nvPr/>
        </p:nvGrpSpPr>
        <p:grpSpPr>
          <a:xfrm>
            <a:off x="7586280" y="1339200"/>
            <a:ext cx="2050200" cy="1175400"/>
            <a:chOff x="7586280" y="1339200"/>
            <a:chExt cx="2050200" cy="1175400"/>
          </a:xfrm>
        </p:grpSpPr>
        <p:sp>
          <p:nvSpPr>
            <p:cNvPr id="539" name=""/>
            <p:cNvSpPr/>
            <p:nvPr/>
          </p:nvSpPr>
          <p:spPr>
            <a:xfrm>
              <a:off x="7586280" y="1367280"/>
              <a:ext cx="1826280" cy="11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1      2     3   4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5      6     7   8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40" name=""/>
            <p:cNvGrpSpPr/>
            <p:nvPr/>
          </p:nvGrpSpPr>
          <p:grpSpPr>
            <a:xfrm>
              <a:off x="7586280" y="1339200"/>
              <a:ext cx="366840" cy="1175400"/>
              <a:chOff x="7586280" y="1339200"/>
              <a:chExt cx="366840" cy="1175400"/>
            </a:xfrm>
          </p:grpSpPr>
          <p:sp>
            <p:nvSpPr>
              <p:cNvPr id="541" name=""/>
              <p:cNvSpPr/>
              <p:nvPr/>
            </p:nvSpPr>
            <p:spPr>
              <a:xfrm>
                <a:off x="7586280" y="249300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42" name=""/>
              <p:cNvGrpSpPr/>
              <p:nvPr/>
            </p:nvGrpSpPr>
            <p:grpSpPr>
              <a:xfrm>
                <a:off x="7586280" y="1339200"/>
                <a:ext cx="366840" cy="1175400"/>
                <a:chOff x="7586280" y="1339200"/>
                <a:chExt cx="366840" cy="1175400"/>
              </a:xfrm>
            </p:grpSpPr>
            <p:sp>
              <p:nvSpPr>
                <p:cNvPr id="543" name=""/>
                <p:cNvSpPr/>
                <p:nvPr/>
              </p:nvSpPr>
              <p:spPr>
                <a:xfrm>
                  <a:off x="7586280" y="1339200"/>
                  <a:ext cx="720" cy="1175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44" name=""/>
                <p:cNvSpPr/>
                <p:nvPr/>
              </p:nvSpPr>
              <p:spPr>
                <a:xfrm>
                  <a:off x="7587000" y="135468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545" name=""/>
            <p:cNvGrpSpPr/>
            <p:nvPr/>
          </p:nvGrpSpPr>
          <p:grpSpPr>
            <a:xfrm>
              <a:off x="9218160" y="1339200"/>
              <a:ext cx="418320" cy="1175400"/>
              <a:chOff x="9218160" y="1339200"/>
              <a:chExt cx="418320" cy="1175400"/>
            </a:xfrm>
          </p:grpSpPr>
          <p:sp>
            <p:nvSpPr>
              <p:cNvPr id="546" name=""/>
              <p:cNvSpPr/>
              <p:nvPr/>
            </p:nvSpPr>
            <p:spPr>
              <a:xfrm flipH="1">
                <a:off x="9270720" y="249300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47" name=""/>
              <p:cNvGrpSpPr/>
              <p:nvPr/>
            </p:nvGrpSpPr>
            <p:grpSpPr>
              <a:xfrm>
                <a:off x="9218160" y="1339200"/>
                <a:ext cx="367200" cy="1175400"/>
                <a:chOff x="9218160" y="1339200"/>
                <a:chExt cx="367200" cy="1175400"/>
              </a:xfrm>
            </p:grpSpPr>
            <p:sp>
              <p:nvSpPr>
                <p:cNvPr id="548" name=""/>
                <p:cNvSpPr/>
                <p:nvPr/>
              </p:nvSpPr>
              <p:spPr>
                <a:xfrm>
                  <a:off x="9584640" y="1339200"/>
                  <a:ext cx="720" cy="1175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49" name=""/>
                <p:cNvSpPr/>
                <p:nvPr/>
              </p:nvSpPr>
              <p:spPr>
                <a:xfrm flipH="1">
                  <a:off x="9218160" y="1354680"/>
                  <a:ext cx="366120" cy="7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550" name=""/>
          <p:cNvSpPr/>
          <p:nvPr/>
        </p:nvSpPr>
        <p:spPr>
          <a:xfrm>
            <a:off x="228600" y="1143000"/>
            <a:ext cx="11742840" cy="4694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370080" y="1296720"/>
            <a:ext cx="6943320" cy="23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2,3,4] , [5, 6, 7,8 ]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A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b,c=np.hsplit(a,2)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First Split:{b}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Second Split:{c}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2" name="" descr=""/>
          <p:cNvPicPr/>
          <p:nvPr/>
        </p:nvPicPr>
        <p:blipFill>
          <a:blip r:embed="rId1"/>
          <a:stretch/>
        </p:blipFill>
        <p:spPr>
          <a:xfrm>
            <a:off x="3429000" y="4407840"/>
            <a:ext cx="8688240" cy="221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Vertical Splitting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54" name=""/>
          <p:cNvGrpSpPr/>
          <p:nvPr/>
        </p:nvGrpSpPr>
        <p:grpSpPr>
          <a:xfrm>
            <a:off x="7586280" y="1339200"/>
            <a:ext cx="1826280" cy="2318400"/>
            <a:chOff x="7586280" y="1339200"/>
            <a:chExt cx="1826280" cy="2318400"/>
          </a:xfrm>
        </p:grpSpPr>
        <p:sp>
          <p:nvSpPr>
            <p:cNvPr id="555" name=""/>
            <p:cNvSpPr/>
            <p:nvPr/>
          </p:nvSpPr>
          <p:spPr>
            <a:xfrm>
              <a:off x="7586280" y="1394640"/>
              <a:ext cx="1826280" cy="225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1      2 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5      6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7      8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56" name=""/>
            <p:cNvGrpSpPr/>
            <p:nvPr/>
          </p:nvGrpSpPr>
          <p:grpSpPr>
            <a:xfrm>
              <a:off x="7586280" y="1339200"/>
              <a:ext cx="366840" cy="2318400"/>
              <a:chOff x="7586280" y="1339200"/>
              <a:chExt cx="366840" cy="2318400"/>
            </a:xfrm>
          </p:grpSpPr>
          <p:sp>
            <p:nvSpPr>
              <p:cNvPr id="557" name=""/>
              <p:cNvSpPr/>
              <p:nvPr/>
            </p:nvSpPr>
            <p:spPr>
              <a:xfrm>
                <a:off x="7586280" y="3614760"/>
                <a:ext cx="366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58" name=""/>
              <p:cNvGrpSpPr/>
              <p:nvPr/>
            </p:nvGrpSpPr>
            <p:grpSpPr>
              <a:xfrm>
                <a:off x="7586280" y="1339200"/>
                <a:ext cx="366840" cy="2318400"/>
                <a:chOff x="7586280" y="1339200"/>
                <a:chExt cx="366840" cy="2318400"/>
              </a:xfrm>
            </p:grpSpPr>
            <p:sp>
              <p:nvSpPr>
                <p:cNvPr id="559" name=""/>
                <p:cNvSpPr/>
                <p:nvPr/>
              </p:nvSpPr>
              <p:spPr>
                <a:xfrm>
                  <a:off x="7586280" y="1339200"/>
                  <a:ext cx="720" cy="2318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60" name=""/>
                <p:cNvSpPr/>
                <p:nvPr/>
              </p:nvSpPr>
              <p:spPr>
                <a:xfrm>
                  <a:off x="7587000" y="1369800"/>
                  <a:ext cx="366120" cy="1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561" name=""/>
            <p:cNvGrpSpPr/>
            <p:nvPr/>
          </p:nvGrpSpPr>
          <p:grpSpPr>
            <a:xfrm>
              <a:off x="8319600" y="1339200"/>
              <a:ext cx="418320" cy="2318400"/>
              <a:chOff x="8319600" y="1339200"/>
              <a:chExt cx="418320" cy="2318400"/>
            </a:xfrm>
          </p:grpSpPr>
          <p:sp>
            <p:nvSpPr>
              <p:cNvPr id="562" name=""/>
              <p:cNvSpPr/>
              <p:nvPr/>
            </p:nvSpPr>
            <p:spPr>
              <a:xfrm flipH="1">
                <a:off x="8372160" y="3614760"/>
                <a:ext cx="36576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63" name=""/>
              <p:cNvGrpSpPr/>
              <p:nvPr/>
            </p:nvGrpSpPr>
            <p:grpSpPr>
              <a:xfrm>
                <a:off x="8319600" y="1339200"/>
                <a:ext cx="367200" cy="2318400"/>
                <a:chOff x="8319600" y="1339200"/>
                <a:chExt cx="367200" cy="2318400"/>
              </a:xfrm>
            </p:grpSpPr>
            <p:sp>
              <p:nvSpPr>
                <p:cNvPr id="564" name=""/>
                <p:cNvSpPr/>
                <p:nvPr/>
              </p:nvSpPr>
              <p:spPr>
                <a:xfrm>
                  <a:off x="8686080" y="1339200"/>
                  <a:ext cx="720" cy="23184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65" name=""/>
                <p:cNvSpPr/>
                <p:nvPr/>
              </p:nvSpPr>
              <p:spPr>
                <a:xfrm flipH="1">
                  <a:off x="8319600" y="1369800"/>
                  <a:ext cx="366120" cy="108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566" name=""/>
          <p:cNvSpPr/>
          <p:nvPr/>
        </p:nvSpPr>
        <p:spPr>
          <a:xfrm>
            <a:off x="228600" y="1143000"/>
            <a:ext cx="11742840" cy="4694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370080" y="1296720"/>
            <a:ext cx="6943320" cy="23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2] ,[3,4] , [5, 6], [7,8 ]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A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b,c=np.vsplit(a,2)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First Split:{b}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Second Split:{c}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8" name="" descr=""/>
          <p:cNvPicPr/>
          <p:nvPr/>
        </p:nvPicPr>
        <p:blipFill>
          <a:blip r:embed="rId1"/>
          <a:stretch/>
        </p:blipFill>
        <p:spPr>
          <a:xfrm>
            <a:off x="3482280" y="4069800"/>
            <a:ext cx="8638200" cy="255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2160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Distance – Mean Squared Error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70" name=""/>
          <p:cNvGrpSpPr/>
          <p:nvPr/>
        </p:nvGrpSpPr>
        <p:grpSpPr>
          <a:xfrm>
            <a:off x="5715000" y="1296720"/>
            <a:ext cx="982080" cy="1172520"/>
            <a:chOff x="5715000" y="1296720"/>
            <a:chExt cx="982080" cy="1172520"/>
          </a:xfrm>
        </p:grpSpPr>
        <p:sp>
          <p:nvSpPr>
            <p:cNvPr id="571" name=""/>
            <p:cNvSpPr/>
            <p:nvPr/>
          </p:nvSpPr>
          <p:spPr>
            <a:xfrm>
              <a:off x="5715000" y="1324800"/>
              <a:ext cx="937440" cy="114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1      2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3      4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72" name=""/>
            <p:cNvGrpSpPr/>
            <p:nvPr/>
          </p:nvGrpSpPr>
          <p:grpSpPr>
            <a:xfrm>
              <a:off x="5715000" y="1324800"/>
              <a:ext cx="312840" cy="951120"/>
              <a:chOff x="5715000" y="1324800"/>
              <a:chExt cx="312840" cy="951120"/>
            </a:xfrm>
          </p:grpSpPr>
          <p:sp>
            <p:nvSpPr>
              <p:cNvPr id="573" name=""/>
              <p:cNvSpPr/>
              <p:nvPr/>
            </p:nvSpPr>
            <p:spPr>
              <a:xfrm>
                <a:off x="5715000" y="2258280"/>
                <a:ext cx="312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74" name=""/>
              <p:cNvGrpSpPr/>
              <p:nvPr/>
            </p:nvGrpSpPr>
            <p:grpSpPr>
              <a:xfrm>
                <a:off x="5715000" y="1324800"/>
                <a:ext cx="312840" cy="951120"/>
                <a:chOff x="5715000" y="1324800"/>
                <a:chExt cx="312840" cy="951120"/>
              </a:xfrm>
            </p:grpSpPr>
            <p:sp>
              <p:nvSpPr>
                <p:cNvPr id="575" name=""/>
                <p:cNvSpPr/>
                <p:nvPr/>
              </p:nvSpPr>
              <p:spPr>
                <a:xfrm>
                  <a:off x="5715000" y="1324800"/>
                  <a:ext cx="720" cy="9511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76" name=""/>
                <p:cNvSpPr/>
                <p:nvPr/>
              </p:nvSpPr>
              <p:spPr>
                <a:xfrm>
                  <a:off x="5715720" y="1337400"/>
                  <a:ext cx="31212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577" name=""/>
            <p:cNvGrpSpPr/>
            <p:nvPr/>
          </p:nvGrpSpPr>
          <p:grpSpPr>
            <a:xfrm>
              <a:off x="6340320" y="1296720"/>
              <a:ext cx="356760" cy="946800"/>
              <a:chOff x="6340320" y="1296720"/>
              <a:chExt cx="356760" cy="946800"/>
            </a:xfrm>
          </p:grpSpPr>
          <p:sp>
            <p:nvSpPr>
              <p:cNvPr id="578" name=""/>
              <p:cNvSpPr/>
              <p:nvPr/>
            </p:nvSpPr>
            <p:spPr>
              <a:xfrm flipH="1">
                <a:off x="6384960" y="2225880"/>
                <a:ext cx="312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79" name=""/>
              <p:cNvGrpSpPr/>
              <p:nvPr/>
            </p:nvGrpSpPr>
            <p:grpSpPr>
              <a:xfrm>
                <a:off x="6340320" y="1296720"/>
                <a:ext cx="312840" cy="946800"/>
                <a:chOff x="6340320" y="1296720"/>
                <a:chExt cx="312840" cy="946800"/>
              </a:xfrm>
            </p:grpSpPr>
            <p:sp>
              <p:nvSpPr>
                <p:cNvPr id="580" name=""/>
                <p:cNvSpPr/>
                <p:nvPr/>
              </p:nvSpPr>
              <p:spPr>
                <a:xfrm>
                  <a:off x="6652800" y="1296720"/>
                  <a:ext cx="360" cy="9468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81" name=""/>
                <p:cNvSpPr/>
                <p:nvPr/>
              </p:nvSpPr>
              <p:spPr>
                <a:xfrm flipH="1">
                  <a:off x="6340320" y="1309320"/>
                  <a:ext cx="31212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582" name=""/>
          <p:cNvSpPr/>
          <p:nvPr/>
        </p:nvSpPr>
        <p:spPr>
          <a:xfrm>
            <a:off x="228600" y="1143000"/>
            <a:ext cx="11742840" cy="46940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370080" y="1296720"/>
            <a:ext cx="6943320" cy="23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import numpy as np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a = np.array( [   [1, 2] ,[3,4] 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A : {a}")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 = np.array( [   [5, 6] ,[7,8]  ]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print(f"MATRIX B : {b}")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b,c=np.vsplit(a,2)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First Split:{b}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Liberation Mono;Courier New;Cousine;DejaVu Sans Mono"/>
              </a:rPr>
              <a:t>print(f"\n Second Split:{c} \n")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4" name="" descr=""/>
          <p:cNvPicPr/>
          <p:nvPr/>
        </p:nvPicPr>
        <p:blipFill>
          <a:blip r:embed="rId1"/>
          <a:stretch/>
        </p:blipFill>
        <p:spPr>
          <a:xfrm>
            <a:off x="3482280" y="4069800"/>
            <a:ext cx="8638200" cy="2557800"/>
          </a:xfrm>
          <a:prstGeom prst="rect">
            <a:avLst/>
          </a:prstGeom>
          <a:ln w="0">
            <a:noFill/>
          </a:ln>
        </p:spPr>
      </p:pic>
      <p:grpSp>
        <p:nvGrpSpPr>
          <p:cNvPr id="585" name=""/>
          <p:cNvGrpSpPr/>
          <p:nvPr/>
        </p:nvGrpSpPr>
        <p:grpSpPr>
          <a:xfrm>
            <a:off x="7476120" y="1272240"/>
            <a:ext cx="982080" cy="1172520"/>
            <a:chOff x="7476120" y="1272240"/>
            <a:chExt cx="982080" cy="1172520"/>
          </a:xfrm>
        </p:grpSpPr>
        <p:sp>
          <p:nvSpPr>
            <p:cNvPr id="586" name=""/>
            <p:cNvSpPr/>
            <p:nvPr/>
          </p:nvSpPr>
          <p:spPr>
            <a:xfrm>
              <a:off x="7476120" y="1300320"/>
              <a:ext cx="937440" cy="114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5      7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6      8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587" name=""/>
            <p:cNvGrpSpPr/>
            <p:nvPr/>
          </p:nvGrpSpPr>
          <p:grpSpPr>
            <a:xfrm>
              <a:off x="7476120" y="1300320"/>
              <a:ext cx="312840" cy="951120"/>
              <a:chOff x="7476120" y="1300320"/>
              <a:chExt cx="312840" cy="951120"/>
            </a:xfrm>
          </p:grpSpPr>
          <p:sp>
            <p:nvSpPr>
              <p:cNvPr id="588" name=""/>
              <p:cNvSpPr/>
              <p:nvPr/>
            </p:nvSpPr>
            <p:spPr>
              <a:xfrm>
                <a:off x="7476120" y="2233800"/>
                <a:ext cx="312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89" name=""/>
              <p:cNvGrpSpPr/>
              <p:nvPr/>
            </p:nvGrpSpPr>
            <p:grpSpPr>
              <a:xfrm>
                <a:off x="7476120" y="1300320"/>
                <a:ext cx="312840" cy="951120"/>
                <a:chOff x="7476120" y="1300320"/>
                <a:chExt cx="312840" cy="951120"/>
              </a:xfrm>
            </p:grpSpPr>
            <p:sp>
              <p:nvSpPr>
                <p:cNvPr id="590" name=""/>
                <p:cNvSpPr/>
                <p:nvPr/>
              </p:nvSpPr>
              <p:spPr>
                <a:xfrm>
                  <a:off x="7476120" y="1300320"/>
                  <a:ext cx="720" cy="95112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91" name=""/>
                <p:cNvSpPr/>
                <p:nvPr/>
              </p:nvSpPr>
              <p:spPr>
                <a:xfrm>
                  <a:off x="7476840" y="1312920"/>
                  <a:ext cx="31212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  <p:grpSp>
          <p:nvGrpSpPr>
            <p:cNvPr id="592" name=""/>
            <p:cNvGrpSpPr/>
            <p:nvPr/>
          </p:nvGrpSpPr>
          <p:grpSpPr>
            <a:xfrm>
              <a:off x="8101440" y="1272240"/>
              <a:ext cx="356760" cy="946800"/>
              <a:chOff x="8101440" y="1272240"/>
              <a:chExt cx="356760" cy="946800"/>
            </a:xfrm>
          </p:grpSpPr>
          <p:sp>
            <p:nvSpPr>
              <p:cNvPr id="593" name=""/>
              <p:cNvSpPr/>
              <p:nvPr/>
            </p:nvSpPr>
            <p:spPr>
              <a:xfrm flipH="1">
                <a:off x="8146080" y="2201400"/>
                <a:ext cx="312120" cy="360"/>
              </a:xfrm>
              <a:prstGeom prst="line">
                <a:avLst/>
              </a:prstGeom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5000" bIns="-4500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grpSp>
            <p:nvGrpSpPr>
              <p:cNvPr id="594" name=""/>
              <p:cNvGrpSpPr/>
              <p:nvPr/>
            </p:nvGrpSpPr>
            <p:grpSpPr>
              <a:xfrm>
                <a:off x="8101440" y="1272240"/>
                <a:ext cx="312840" cy="946800"/>
                <a:chOff x="8101440" y="1272240"/>
                <a:chExt cx="312840" cy="946800"/>
              </a:xfrm>
            </p:grpSpPr>
            <p:sp>
              <p:nvSpPr>
                <p:cNvPr id="595" name=""/>
                <p:cNvSpPr/>
                <p:nvPr/>
              </p:nvSpPr>
              <p:spPr>
                <a:xfrm>
                  <a:off x="8413920" y="1272240"/>
                  <a:ext cx="360" cy="94680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  <p:sp>
              <p:nvSpPr>
                <p:cNvPr id="596" name=""/>
                <p:cNvSpPr/>
                <p:nvPr/>
              </p:nvSpPr>
              <p:spPr>
                <a:xfrm flipH="1">
                  <a:off x="8101440" y="1284840"/>
                  <a:ext cx="312120" cy="360"/>
                </a:xfrm>
                <a:prstGeom prst="line">
                  <a:avLst/>
                </a:prstGeom>
                <a:ln w="0">
                  <a:solidFill>
                    <a:srgbClr val="00000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-45000" bIns="-45000" anchor="ctr">
                  <a:noAutofit/>
                </a:bodyPr>
                <a:p>
                  <a:endParaRPr b="0" lang="en-US" sz="1800" spc="-1" strike="noStrike">
                    <a:solidFill>
                      <a:srgbClr val="000000"/>
                    </a:solidFill>
                    <a:latin typeface="Arial"/>
                  </a:endParaRPr>
                </a:p>
              </p:txBody>
            </p:sp>
          </p:grpSp>
        </p:grpSp>
      </p:grpSp>
      <p:sp>
        <p:nvSpPr>
          <p:cNvPr id="597" name=""/>
          <p:cNvSpPr/>
          <p:nvPr/>
        </p:nvSpPr>
        <p:spPr>
          <a:xfrm>
            <a:off x="5257800" y="1600200"/>
            <a:ext cx="685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7086600" y="1600200"/>
            <a:ext cx="685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>
            <a:off x="10287000" y="2514600"/>
            <a:ext cx="1371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N=2, M=2 in this case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00" name=""/>
              <p:cNvSpPr txBox="1"/>
              <p:nvPr/>
            </p:nvSpPr>
            <p:spPr>
              <a:xfrm>
                <a:off x="5547600" y="3180600"/>
                <a:ext cx="211680" cy="169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AA</m:t>
                    </m:r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753fb180-a0f1-47ee-bb6b-5956a4b631ac" origin="userSelected">
  <element uid="id_classification_nonbusiness" value=""/>
  <element uid="3a9ec6f0-1d56-47f3-b78c-2cd80822a847" value=""/>
</sisl>
</file>

<file path=customXml/itemProps1.xml><?xml version="1.0" encoding="utf-8"?>
<ds:datastoreItem xmlns:ds="http://schemas.openxmlformats.org/officeDocument/2006/customXml" ds:itemID="{93BE93E4-33CE-48DC-9737-664AEF639E69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38799</TotalTime>
  <Application>LibreOffice/24.2.7.2$Linux_X86_64 LibreOffice_project/420$Build-2</Application>
  <AppVersion>15.0000</AppVersion>
  <Words>789</Words>
  <Paragraphs>120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2018-03-07T03:10:24Z</dcterms:created>
  <dc:creator>Kürşat İNCE</dc:creator>
  <dc:description/>
  <dc:language>en-US</dc:language>
  <cp:lastModifiedBy/>
  <cp:lastPrinted>2024-05-30T21:18:54Z</cp:lastPrinted>
  <dcterms:modified xsi:type="dcterms:W3CDTF">2025-09-13T14:59:58Z</dcterms:modified>
  <cp:revision>822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Widescreen</vt:lpwstr>
  </property>
  <property fmtid="{D5CDD505-2E9C-101B-9397-08002B2CF9AE}" pid="4" name="Slides">
    <vt:i4>20</vt:i4>
  </property>
  <property fmtid="{D5CDD505-2E9C-101B-9397-08002B2CF9AE}" pid="5" name="bjClsUserRVM">
    <vt:lpwstr>[]</vt:lpwstr>
  </property>
  <property fmtid="{D5CDD505-2E9C-101B-9397-08002B2CF9AE}" pid="6" name="bjDocumentLabelXML">
    <vt:lpwstr>&lt;?xml version="1.0" encoding="us-ascii"?&gt;&lt;sisl xmlns:xsi="http://www.w3.org/2001/XMLSchema-instance" xmlns:xsd="http://www.w3.org/2001/XMLSchema" sislVersion="0" policy="753fb180-a0f1-47ee-bb6b-5956a4b631ac" origin="userSelected" xmlns="http://www.boldonj</vt:lpwstr>
  </property>
  <property fmtid="{D5CDD505-2E9C-101B-9397-08002B2CF9AE}" pid="7" name="bjDocumentLabelXML-0">
    <vt:lpwstr>ames.com/2008/01/sie/internal/label"&gt;&lt;element uid="id_classification_nonbusiness" value="" /&gt;&lt;element uid="3a9ec6f0-1d56-47f3-b78c-2cd80822a847" value="" /&gt;&lt;/sisl&gt;</vt:lpwstr>
  </property>
  <property fmtid="{D5CDD505-2E9C-101B-9397-08002B2CF9AE}" pid="8" name="bjDocumentSecurityLabel">
    <vt:lpwstr>TASNİF DIŞI</vt:lpwstr>
  </property>
  <property fmtid="{D5CDD505-2E9C-101B-9397-08002B2CF9AE}" pid="9" name="bjSaver">
    <vt:lpwstr>f8PkN1uJXJwqI9alO3CYacUW7PVwbe+w</vt:lpwstr>
  </property>
  <property fmtid="{D5CDD505-2E9C-101B-9397-08002B2CF9AE}" pid="10" name="docIndexRef">
    <vt:lpwstr>3c4ade84-1b77-4958-b253-7a1280122afc</vt:lpwstr>
  </property>
</Properties>
</file>